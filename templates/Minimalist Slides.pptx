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media/image3.png" ContentType="image/png"/>
  <Override PartName="/ppt/media/image5.png" ContentType="image/png"/>
  <Override PartName="/ppt/media/image2.png" ContentType="image/png"/>
  <Override PartName="/ppt/media/image7.jpeg" ContentType="image/jpeg"/>
  <Override PartName="/ppt/media/image8.png" ContentType="image/png"/>
  <Override PartName="/ppt/media/image9.png" ContentType="image/png"/>
  <Override PartName="/ppt/media/image4.png" ContentType="image/png"/>
  <Override PartName="/ppt/media/image11.jpeg" ContentType="image/jpeg"/>
  <Override PartName="/ppt/media/image1.png" ContentType="image/png"/>
  <Override PartName="/ppt/media/image6.png" ContentType="image/png"/>
  <Override PartName="/ppt/media/image10.jpeg" ContentType="image/jpe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12.xml.rels" ContentType="application/vnd.openxmlformats-package.relationships+xml"/>
  <Override PartName="/ppt/slides/_rels/slide10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2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tBDfr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1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6.png"/><Relationship Id="rId4" Type="http://schemas.openxmlformats.org/officeDocument/2006/relationships/image" Target="../media/image6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9;p2" descr=""/>
          <p:cNvPicPr/>
          <p:nvPr/>
        </p:nvPicPr>
        <p:blipFill>
          <a:blip r:embed="rId2"/>
          <a:srcRect l="0" t="0" r="47009" b="0"/>
          <a:stretch/>
        </p:blipFill>
        <p:spPr>
          <a:xfrm>
            <a:off x="8553600" y="3535560"/>
            <a:ext cx="590040" cy="1117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" name="Google Shape;10;p2" descr=""/>
          <p:cNvPicPr/>
          <p:nvPr/>
        </p:nvPicPr>
        <p:blipFill>
          <a:blip r:embed="rId3">
            <a:alphaModFix amt="78000"/>
          </a:blip>
          <a:srcRect l="40136" t="40776" r="9564" b="11193"/>
          <a:stretch/>
        </p:blipFill>
        <p:spPr>
          <a:xfrm>
            <a:off x="0" y="0"/>
            <a:ext cx="1447200" cy="138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790200" y="1202040"/>
            <a:ext cx="4528440" cy="324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7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7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5" name="Google Shape;13;p2" descr=""/>
          <p:cNvPicPr/>
          <p:nvPr/>
        </p:nvPicPr>
        <p:blipFill>
          <a:blip r:embed="rId4"/>
          <a:srcRect l="0" t="21403" r="10828" b="0"/>
          <a:stretch/>
        </p:blipFill>
        <p:spPr>
          <a:xfrm>
            <a:off x="6498360" y="0"/>
            <a:ext cx="2645280" cy="231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1048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8" name="Google Shape;102;p17" descr=""/>
          <p:cNvPicPr/>
          <p:nvPr/>
        </p:nvPicPr>
        <p:blipFill>
          <a:blip r:embed="rId2"/>
          <a:srcRect l="0" t="0" r="0" b="41239"/>
          <a:stretch/>
        </p:blipFill>
        <p:spPr>
          <a:xfrm>
            <a:off x="5766120" y="4639320"/>
            <a:ext cx="854640" cy="503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" name="Google Shape;103;p17" descr=""/>
          <p:cNvPicPr/>
          <p:nvPr/>
        </p:nvPicPr>
        <p:blipFill>
          <a:blip r:embed="rId3"/>
          <a:srcRect l="0" t="7082" r="48984" b="0"/>
          <a:stretch/>
        </p:blipFill>
        <p:spPr>
          <a:xfrm>
            <a:off x="7674120" y="0"/>
            <a:ext cx="1469520" cy="2685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" name="Google Shape;104;p17" descr=""/>
          <p:cNvPicPr/>
          <p:nvPr/>
        </p:nvPicPr>
        <p:blipFill>
          <a:blip r:embed="rId4"/>
          <a:srcRect l="450" t="-9630" r="24385" b="29565"/>
          <a:stretch/>
        </p:blipFill>
        <p:spPr>
          <a:xfrm>
            <a:off x="7359480" y="3556440"/>
            <a:ext cx="1784160" cy="162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" name="Google Shape;105;p17" descr=""/>
          <p:cNvPicPr/>
          <p:nvPr/>
        </p:nvPicPr>
        <p:blipFill>
          <a:blip r:embed="rId5"/>
          <a:stretch/>
        </p:blipFill>
        <p:spPr>
          <a:xfrm>
            <a:off x="7603200" y="3828600"/>
            <a:ext cx="599400" cy="599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07;p18" descr=""/>
          <p:cNvPicPr/>
          <p:nvPr/>
        </p:nvPicPr>
        <p:blipFill>
          <a:blip r:embed="rId2"/>
          <a:srcRect l="0" t="0" r="41626" b="33443"/>
          <a:stretch/>
        </p:blipFill>
        <p:spPr>
          <a:xfrm>
            <a:off x="7462080" y="3219480"/>
            <a:ext cx="1681560" cy="1923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" name="Google Shape;108;p18" descr=""/>
          <p:cNvPicPr/>
          <p:nvPr/>
        </p:nvPicPr>
        <p:blipFill>
          <a:blip r:embed="rId3"/>
          <a:srcRect l="0" t="37746" r="0" b="0"/>
          <a:stretch/>
        </p:blipFill>
        <p:spPr>
          <a:xfrm>
            <a:off x="8060760" y="0"/>
            <a:ext cx="854640" cy="533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176720" y="1093680"/>
            <a:ext cx="3519360" cy="1657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3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713160" y="533880"/>
            <a:ext cx="2909520" cy="4075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" name="Google Shape;112;p18" descr=""/>
          <p:cNvPicPr/>
          <p:nvPr/>
        </p:nvPicPr>
        <p:blipFill>
          <a:blip r:embed="rId4"/>
          <a:stretch/>
        </p:blipFill>
        <p:spPr>
          <a:xfrm>
            <a:off x="3203280" y="4285800"/>
            <a:ext cx="854640" cy="85716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3254040" y="2813040"/>
            <a:ext cx="5067360" cy="179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5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5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title"/>
          </p:nvPr>
        </p:nvSpPr>
        <p:spPr>
          <a:xfrm>
            <a:off x="3330360" y="1361520"/>
            <a:ext cx="1651680" cy="137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fr-FR" sz="8000" strike="noStrike" u="none">
                <a:solidFill>
                  <a:schemeClr val="dk2"/>
                </a:solidFill>
                <a:effectLst/>
                <a:uFillTx/>
                <a:latin typeface="Prata"/>
                <a:ea typeface="Prata"/>
              </a:rPr>
              <a:t>xx%</a:t>
            </a:r>
            <a:endParaRPr b="0" lang="fr-FR" sz="8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20" name="Google Shape;197;p27" descr=""/>
          <p:cNvPicPr/>
          <p:nvPr/>
        </p:nvPicPr>
        <p:blipFill>
          <a:blip r:embed="rId2"/>
          <a:srcRect l="0" t="0" r="31713" b="38228"/>
          <a:stretch/>
        </p:blipFill>
        <p:spPr>
          <a:xfrm>
            <a:off x="7491960" y="3644280"/>
            <a:ext cx="1651680" cy="1499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" name="Google Shape;198;p27" descr=""/>
          <p:cNvPicPr/>
          <p:nvPr/>
        </p:nvPicPr>
        <p:blipFill>
          <a:blip r:embed="rId3"/>
          <a:srcRect l="0" t="31705" r="17351" b="0"/>
          <a:stretch/>
        </p:blipFill>
        <p:spPr>
          <a:xfrm>
            <a:off x="6340320" y="0"/>
            <a:ext cx="2803320" cy="1983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" name="Google Shape;199;p27" descr=""/>
          <p:cNvPicPr/>
          <p:nvPr/>
        </p:nvPicPr>
        <p:blipFill>
          <a:blip r:embed="rId4"/>
          <a:stretch/>
        </p:blipFill>
        <p:spPr>
          <a:xfrm>
            <a:off x="7163640" y="1182960"/>
            <a:ext cx="916560" cy="965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" name="Google Shape;200;p27" descr=""/>
          <p:cNvPicPr/>
          <p:nvPr/>
        </p:nvPicPr>
        <p:blipFill>
          <a:blip r:embed="rId5"/>
          <a:srcRect l="0" t="0" r="25595" b="0"/>
          <a:stretch/>
        </p:blipFill>
        <p:spPr>
          <a:xfrm>
            <a:off x="8498880" y="1441440"/>
            <a:ext cx="644760" cy="869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3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4447800" cy="105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6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6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" name="Google Shape;204;p28"/>
          <p:cNvSpPr/>
          <p:nvPr/>
        </p:nvSpPr>
        <p:spPr>
          <a:xfrm>
            <a:off x="4122000" y="3454920"/>
            <a:ext cx="430812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r" defTabSz="914400"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r>
              <a:rPr b="1" lang="en" sz="1000" strike="noStrike" u="non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CREDITS:</a:t>
            </a:r>
            <a:r>
              <a:rPr b="0" lang="en" sz="1000" strike="noStrike" u="non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 This presentation template was created by </a:t>
            </a:r>
            <a:r>
              <a:rPr b="1" lang="en" sz="1000" strike="noStrike" u="sng">
                <a:solidFill>
                  <a:schemeClr val="hlink"/>
                </a:solidFill>
                <a:effectLst/>
                <a:uFillTx/>
                <a:latin typeface="Open Sans"/>
                <a:ea typeface="Open Sans"/>
                <a:hlinkClick r:id="rId2"/>
              </a:rPr>
              <a:t>Slidesgo</a:t>
            </a:r>
            <a:r>
              <a:rPr b="0" lang="en" sz="1000" strike="noStrike" u="non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, and includes icons, infographics &amp; images by </a:t>
            </a:r>
            <a:r>
              <a:rPr b="1" lang="en" sz="1000" strike="noStrike" u="sng">
                <a:solidFill>
                  <a:schemeClr val="dk1"/>
                </a:solidFill>
                <a:effectLst/>
                <a:uFillTx/>
                <a:latin typeface="Open Sans"/>
                <a:ea typeface="Open Sans"/>
                <a:hlinkClick r:id="rId3"/>
              </a:rPr>
              <a:t>Freepik</a:t>
            </a:r>
            <a:r>
              <a:rPr b="0" lang="en" sz="1000" strike="noStrike" u="sng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 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27" name="Google Shape;205;p28" descr=""/>
          <p:cNvPicPr/>
          <p:nvPr/>
        </p:nvPicPr>
        <p:blipFill>
          <a:blip r:embed="rId4"/>
          <a:stretch/>
        </p:blipFill>
        <p:spPr>
          <a:xfrm>
            <a:off x="6615360" y="-51480"/>
            <a:ext cx="2535840" cy="2522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" name="Google Shape;206;p28" descr=""/>
          <p:cNvPicPr/>
          <p:nvPr/>
        </p:nvPicPr>
        <p:blipFill>
          <a:blip r:embed="rId5"/>
          <a:stretch/>
        </p:blipFill>
        <p:spPr>
          <a:xfrm>
            <a:off x="428760" y="4273920"/>
            <a:ext cx="825120" cy="869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" name="Google Shape;207;p28" descr=""/>
          <p:cNvPicPr/>
          <p:nvPr/>
        </p:nvPicPr>
        <p:blipFill>
          <a:blip r:embed="rId6"/>
          <a:stretch/>
        </p:blipFill>
        <p:spPr>
          <a:xfrm>
            <a:off x="8035200" y="2476080"/>
            <a:ext cx="949680" cy="9529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AND_BODY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720000" y="1215720"/>
            <a:ext cx="7703640" cy="40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" name="Google Shape;217;p31" descr=""/>
          <p:cNvPicPr/>
          <p:nvPr/>
        </p:nvPicPr>
        <p:blipFill>
          <a:blip r:embed="rId2"/>
          <a:srcRect l="56089" t="65361" r="7174" b="7647"/>
          <a:stretch/>
        </p:blipFill>
        <p:spPr>
          <a:xfrm>
            <a:off x="8115120" y="-18360"/>
            <a:ext cx="581760" cy="405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" name="Google Shape;218;p31" descr=""/>
          <p:cNvPicPr/>
          <p:nvPr/>
        </p:nvPicPr>
        <p:blipFill>
          <a:blip r:embed="rId3"/>
          <a:srcRect l="55473" t="47779" r="20240" b="16036"/>
          <a:stretch/>
        </p:blipFill>
        <p:spPr>
          <a:xfrm>
            <a:off x="8561880" y="4328280"/>
            <a:ext cx="581760" cy="821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" name="Google Shape;219;p31" descr=""/>
          <p:cNvPicPr/>
          <p:nvPr/>
        </p:nvPicPr>
        <p:blipFill>
          <a:blip r:embed="rId4"/>
          <a:srcRect l="76173" t="50191" r="7174" b="7647"/>
          <a:stretch/>
        </p:blipFill>
        <p:spPr>
          <a:xfrm>
            <a:off x="0" y="3562560"/>
            <a:ext cx="521640" cy="125244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6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790560" y="1200240"/>
            <a:ext cx="4524120" cy="324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000" strike="noStrike" u="none">
                <a:solidFill>
                  <a:schemeClr val="dk1"/>
                </a:solidFill>
                <a:effectLst/>
                <a:uFillTx/>
                <a:latin typeface="Prata"/>
                <a:ea typeface="Prata"/>
              </a:rPr>
              <a:t>Minimalist Slides</a:t>
            </a:r>
            <a:endParaRPr b="0" lang="fr-FR" sz="7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subTitle"/>
          </p:nvPr>
        </p:nvSpPr>
        <p:spPr>
          <a:xfrm>
            <a:off x="5810400" y="3610080"/>
            <a:ext cx="2542680" cy="81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Design rules for clean, effective presentations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63;p50"/>
          <p:cNvSpPr/>
          <p:nvPr/>
        </p:nvSpPr>
        <p:spPr>
          <a:xfrm>
            <a:off x="713160" y="533880"/>
            <a:ext cx="2909520" cy="4075560"/>
          </a:xfrm>
          <a:prstGeom prst="roundRect">
            <a:avLst>
              <a:gd name="adj" fmla="val 3905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181400" y="1095480"/>
            <a:ext cx="3524040" cy="1657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Prata"/>
                <a:ea typeface="Prata"/>
              </a:rPr>
              <a:t>Introduction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subTitle"/>
          </p:nvPr>
        </p:nvSpPr>
        <p:spPr>
          <a:xfrm>
            <a:off x="4181400" y="3048120"/>
            <a:ext cx="3524040" cy="1114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77500" lnSpcReduction="19999"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Keep slides focused and uncluttered. Use </a:t>
            </a: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single ideas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per slide and prioritize readability over decoration.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Aim for consistent layouts and limited elements to guide attention. Apply simple rules for typography, spacing, and color to enhance clarity.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"/>
          <p:cNvSpPr/>
          <p:nvPr/>
        </p:nvSpPr>
        <p:spPr>
          <a:xfrm>
            <a:off x="619200" y="619200"/>
            <a:ext cx="2142720" cy="80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01</a:t>
            </a:r>
            <a:endParaRPr b="0" lang="en-US" sz="5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1" name=""/>
          <p:cNvSpPr/>
          <p:nvPr/>
        </p:nvSpPr>
        <p:spPr>
          <a:xfrm>
            <a:off x="619200" y="1428840"/>
            <a:ext cx="3476160" cy="14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Prata"/>
              </a:rPr>
              <a:t>Visual Principles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2" name="image69f305ae4f0a3" descr="image69f305ae4f0a8"/>
          <p:cNvSpPr/>
          <p:nvPr/>
        </p:nvSpPr>
        <p:spPr>
          <a:xfrm>
            <a:off x="4800600" y="257040"/>
            <a:ext cx="4114440" cy="4628880"/>
          </a:xfrm>
          <a:prstGeom prst="roundRect">
            <a:avLst>
              <a:gd name="adj" fmla="val 16667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"/>
          <p:cNvSpPr/>
          <p:nvPr/>
        </p:nvSpPr>
        <p:spPr>
          <a:xfrm>
            <a:off x="619200" y="619200"/>
            <a:ext cx="3476160" cy="80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Prata"/>
              </a:rPr>
              <a:t>White Space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4" name=""/>
          <p:cNvSpPr/>
          <p:nvPr/>
        </p:nvSpPr>
        <p:spPr>
          <a:xfrm>
            <a:off x="619200" y="1905120"/>
            <a:ext cx="3476160" cy="261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Use generous margins and spacing to separate ideas. White space improves </a:t>
            </a: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scanability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 and reduces cognitive load.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Avoid crowding; let content breathe. Focus attention using contrast and alignment rather than more elements.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5" name="image69f305ae59ae0" descr="image69f305ae59ae5"/>
          <p:cNvSpPr/>
          <p:nvPr/>
        </p:nvSpPr>
        <p:spPr>
          <a:xfrm>
            <a:off x="4800600" y="257040"/>
            <a:ext cx="4114440" cy="4628880"/>
          </a:xfrm>
          <a:prstGeom prst="roundRect">
            <a:avLst>
              <a:gd name="adj" fmla="val 16667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619200" y="619200"/>
            <a:ext cx="7905240" cy="80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Prata"/>
              </a:rPr>
              <a:t>Limited Palette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7" name=""/>
          <p:cNvSpPr/>
          <p:nvPr/>
        </p:nvSpPr>
        <p:spPr>
          <a:xfrm>
            <a:off x="619200" y="1905120"/>
            <a:ext cx="7905240" cy="261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Stick to 2–3 colors for consistency and cohesion. Use one accent color for emphasis and callouts.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Choose high-contrast combinations for text legibility and apply colors purposefully to convey hierarchy.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723960" y="447840"/>
            <a:ext cx="7714800" cy="57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2500"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Prata"/>
                <a:ea typeface="Prata"/>
              </a:rPr>
              <a:t>Clear Hierarchy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ubTitle"/>
          </p:nvPr>
        </p:nvSpPr>
        <p:spPr>
          <a:xfrm>
            <a:off x="714240" y="1762200"/>
            <a:ext cx="4295520" cy="190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Prioritize information with </a:t>
            </a: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visual weight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: size, color, and position guide attention.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Use headings, subheads, and body text clearly separated to make scanning fast and intuitive.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3257640" y="2809800"/>
            <a:ext cx="5067000" cy="1790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5000" strike="noStrike" u="none">
                <a:solidFill>
                  <a:schemeClr val="dk1"/>
                </a:solidFill>
                <a:effectLst/>
                <a:uFillTx/>
                <a:latin typeface="Prata"/>
                <a:ea typeface="Prata"/>
              </a:rPr>
              <a:t>Slide Structure</a:t>
            </a:r>
            <a:endParaRPr b="0" lang="fr-FR" sz="5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title"/>
          </p:nvPr>
        </p:nvSpPr>
        <p:spPr>
          <a:xfrm>
            <a:off x="3333600" y="-1700640"/>
            <a:ext cx="1647360" cy="7497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0" strike="noStrike" u="none">
                <a:solidFill>
                  <a:schemeClr val="dk2"/>
                </a:solidFill>
                <a:effectLst/>
                <a:uFillTx/>
                <a:latin typeface="Roboto"/>
                <a:ea typeface="Prata"/>
              </a:rPr>
              <a:t>02</a:t>
            </a:r>
            <a:endParaRPr b="0" lang="fr-FR" sz="8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52" name="Google Shape;526;p60" descr=""/>
          <p:cNvPicPr/>
          <p:nvPr/>
        </p:nvPicPr>
        <p:blipFill>
          <a:blip r:embed="rId1"/>
          <a:stretch/>
        </p:blipFill>
        <p:spPr>
          <a:xfrm>
            <a:off x="0" y="0"/>
            <a:ext cx="290952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363;p50"/>
          <p:cNvSpPr/>
          <p:nvPr/>
        </p:nvSpPr>
        <p:spPr>
          <a:xfrm>
            <a:off x="713160" y="533880"/>
            <a:ext cx="2909520" cy="4075560"/>
          </a:xfrm>
          <a:prstGeom prst="roundRect">
            <a:avLst>
              <a:gd name="adj" fmla="val 3905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181400" y="1095480"/>
            <a:ext cx="3524040" cy="1657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Prata"/>
                <a:ea typeface="Prata"/>
              </a:rPr>
              <a:t>Single Idea Slides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subTitle"/>
          </p:nvPr>
        </p:nvSpPr>
        <p:spPr>
          <a:xfrm>
            <a:off x="4181400" y="3048120"/>
            <a:ext cx="3524040" cy="1114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85000" lnSpcReduction="9999"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Present one main point per slide to maintain focus and recall.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Keep supporting details minimal; use follow-up slides for expansion.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"/>
          <p:cNvSpPr/>
          <p:nvPr/>
        </p:nvSpPr>
        <p:spPr>
          <a:xfrm>
            <a:off x="619200" y="619200"/>
            <a:ext cx="7905240" cy="80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Prata"/>
              </a:rPr>
              <a:t>Bold Typography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7" name=""/>
          <p:cNvSpPr/>
          <p:nvPr/>
        </p:nvSpPr>
        <p:spPr>
          <a:xfrm>
            <a:off x="619200" y="1905120"/>
            <a:ext cx="7905240" cy="261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Use </a:t>
            </a: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bold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 selectively for key terms or metrics to create emphasis.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Roboto"/>
              </a:rPr>
              <a:t>Prefer large, legible type and consistent styles for headings and body text.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723960" y="447840"/>
            <a:ext cx="7714800" cy="57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2500"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Prata"/>
                <a:ea typeface="Prata"/>
              </a:rPr>
              <a:t>Consistent Layout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714240" y="1762200"/>
            <a:ext cx="4295520" cy="190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Repeat grid, margins, and alignment across slides for a cohesive flow.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Consistency reduces distraction and speeds audience comprehension.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723960" y="447840"/>
            <a:ext cx="7714800" cy="57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2500"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Prata"/>
                <a:ea typeface="Prata"/>
              </a:rPr>
              <a:t>Conclusions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ubTitle"/>
          </p:nvPr>
        </p:nvSpPr>
        <p:spPr>
          <a:xfrm>
            <a:off x="714240" y="1762200"/>
            <a:ext cx="4295520" cy="190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Adopt simple rules: one idea, clear hierarchy, and consistent visuals.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Apply a limited palette and restrained typography to keep slides effective and memorable.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714240" y="-412200"/>
            <a:ext cx="4447800" cy="201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6000" strike="noStrike" u="none">
                <a:solidFill>
                  <a:schemeClr val="dk1"/>
                </a:solidFill>
                <a:effectLst/>
                <a:uFillTx/>
                <a:latin typeface="Prata"/>
                <a:ea typeface="Prata"/>
              </a:rPr>
              <a:t>Thanks!</a:t>
            </a:r>
            <a:endParaRPr b="0" lang="fr-FR" sz="6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subTitle"/>
          </p:nvPr>
        </p:nvSpPr>
        <p:spPr>
          <a:xfrm>
            <a:off x="714240" y="1619280"/>
            <a:ext cx="4447800" cy="1057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6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Do you have any questions?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6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youremail@freepik.com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6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+34 654 321 432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6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yourwebsite.com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64" name="Google Shape;634;p67"/>
          <p:cNvGrpSpPr/>
          <p:nvPr/>
        </p:nvGrpSpPr>
        <p:grpSpPr>
          <a:xfrm>
            <a:off x="876600" y="2965680"/>
            <a:ext cx="275760" cy="275760"/>
            <a:chOff x="876600" y="2965680"/>
            <a:chExt cx="275760" cy="275760"/>
          </a:xfrm>
        </p:grpSpPr>
        <p:sp>
          <p:nvSpPr>
            <p:cNvPr id="65" name="Google Shape;635;p67"/>
            <p:cNvSpPr/>
            <p:nvPr/>
          </p:nvSpPr>
          <p:spPr>
            <a:xfrm>
              <a:off x="876600" y="2965680"/>
              <a:ext cx="275760" cy="275760"/>
            </a:xfrm>
            <a:custGeom>
              <a:avLst/>
              <a:gdLst>
                <a:gd name="textAreaLeft" fmla="*/ 0 w 275760"/>
                <a:gd name="textAreaRight" fmla="*/ 276120 w 275760"/>
                <a:gd name="textAreaTop" fmla="*/ 0 h 275760"/>
                <a:gd name="textAreaBottom" fmla="*/ 276120 h 275760"/>
              </a:gdLst>
              <a:ahLst/>
              <a:cxnLst/>
              <a:rect l="textAreaLeft" t="textAreaTop" r="textAreaRight" b="textAreaBottom"/>
              <a:pathLst>
                <a:path w="6764" h="6764">
                  <a:moveTo>
                    <a:pt x="5335" y="346"/>
                  </a:moveTo>
                  <a:cubicBezTo>
                    <a:pt x="5930" y="346"/>
                    <a:pt x="6418" y="834"/>
                    <a:pt x="6418" y="1429"/>
                  </a:cubicBezTo>
                  <a:lnTo>
                    <a:pt x="6418" y="5335"/>
                  </a:lnTo>
                  <a:cubicBezTo>
                    <a:pt x="6418" y="5930"/>
                    <a:pt x="5930" y="6418"/>
                    <a:pt x="5335" y="6418"/>
                  </a:cubicBezTo>
                  <a:lnTo>
                    <a:pt x="1429" y="6418"/>
                  </a:lnTo>
                  <a:cubicBezTo>
                    <a:pt x="834" y="6418"/>
                    <a:pt x="346" y="5930"/>
                    <a:pt x="346" y="5335"/>
                  </a:cubicBezTo>
                  <a:lnTo>
                    <a:pt x="346" y="1429"/>
                  </a:lnTo>
                  <a:cubicBezTo>
                    <a:pt x="346" y="834"/>
                    <a:pt x="834" y="346"/>
                    <a:pt x="1429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29"/>
                  </a:cubicBezTo>
                  <a:lnTo>
                    <a:pt x="1" y="5335"/>
                  </a:lnTo>
                  <a:cubicBezTo>
                    <a:pt x="1" y="6120"/>
                    <a:pt x="644" y="6763"/>
                    <a:pt x="1429" y="6763"/>
                  </a:cubicBezTo>
                  <a:lnTo>
                    <a:pt x="5335" y="6763"/>
                  </a:lnTo>
                  <a:cubicBezTo>
                    <a:pt x="6121" y="6763"/>
                    <a:pt x="6763" y="6120"/>
                    <a:pt x="6763" y="5335"/>
                  </a:cubicBezTo>
                  <a:lnTo>
                    <a:pt x="6763" y="1429"/>
                  </a:lnTo>
                  <a:cubicBezTo>
                    <a:pt x="6763" y="644"/>
                    <a:pt x="6121" y="1"/>
                    <a:pt x="533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" name="Google Shape;636;p67"/>
            <p:cNvSpPr/>
            <p:nvPr/>
          </p:nvSpPr>
          <p:spPr>
            <a:xfrm>
              <a:off x="940680" y="3031200"/>
              <a:ext cx="146880" cy="144000"/>
            </a:xfrm>
            <a:custGeom>
              <a:avLst/>
              <a:gdLst>
                <a:gd name="textAreaLeft" fmla="*/ 0 w 146880"/>
                <a:gd name="textAreaRight" fmla="*/ 147240 w 146880"/>
                <a:gd name="textAreaTop" fmla="*/ 0 h 144000"/>
                <a:gd name="textAreaBottom" fmla="*/ 144360 h 144000"/>
              </a:gdLst>
              <a:ahLst/>
              <a:cxnLst/>
              <a:rect l="textAreaLeft" t="textAreaTop" r="textAreaRight" b="textAreaBottom"/>
              <a:pathLst>
                <a:path w="3607" h="3542">
                  <a:moveTo>
                    <a:pt x="1822" y="0"/>
                  </a:moveTo>
                  <a:cubicBezTo>
                    <a:pt x="812" y="0"/>
                    <a:pt x="1" y="851"/>
                    <a:pt x="59" y="1859"/>
                  </a:cubicBezTo>
                  <a:cubicBezTo>
                    <a:pt x="95" y="2776"/>
                    <a:pt x="833" y="3502"/>
                    <a:pt x="1726" y="3538"/>
                  </a:cubicBezTo>
                  <a:cubicBezTo>
                    <a:pt x="1764" y="3541"/>
                    <a:pt x="1802" y="3542"/>
                    <a:pt x="1840" y="3542"/>
                  </a:cubicBezTo>
                  <a:cubicBezTo>
                    <a:pt x="2178" y="3542"/>
                    <a:pt x="2494" y="3447"/>
                    <a:pt x="2762" y="3276"/>
                  </a:cubicBezTo>
                  <a:cubicBezTo>
                    <a:pt x="2857" y="3217"/>
                    <a:pt x="2869" y="3086"/>
                    <a:pt x="2797" y="3014"/>
                  </a:cubicBezTo>
                  <a:cubicBezTo>
                    <a:pt x="2761" y="2978"/>
                    <a:pt x="2711" y="2964"/>
                    <a:pt x="2664" y="2964"/>
                  </a:cubicBezTo>
                  <a:cubicBezTo>
                    <a:pt x="2634" y="2964"/>
                    <a:pt x="2606" y="2969"/>
                    <a:pt x="2583" y="2979"/>
                  </a:cubicBezTo>
                  <a:cubicBezTo>
                    <a:pt x="2380" y="3096"/>
                    <a:pt x="2149" y="3185"/>
                    <a:pt x="1897" y="3185"/>
                  </a:cubicBezTo>
                  <a:cubicBezTo>
                    <a:pt x="1868" y="3185"/>
                    <a:pt x="1839" y="3183"/>
                    <a:pt x="1809" y="3181"/>
                  </a:cubicBezTo>
                  <a:cubicBezTo>
                    <a:pt x="1023" y="3169"/>
                    <a:pt x="380" y="2514"/>
                    <a:pt x="392" y="1716"/>
                  </a:cubicBezTo>
                  <a:cubicBezTo>
                    <a:pt x="426" y="948"/>
                    <a:pt x="1028" y="330"/>
                    <a:pt x="1792" y="330"/>
                  </a:cubicBezTo>
                  <a:cubicBezTo>
                    <a:pt x="1833" y="330"/>
                    <a:pt x="1874" y="332"/>
                    <a:pt x="1916" y="335"/>
                  </a:cubicBezTo>
                  <a:cubicBezTo>
                    <a:pt x="2619" y="371"/>
                    <a:pt x="3190" y="943"/>
                    <a:pt x="3250" y="1633"/>
                  </a:cubicBezTo>
                  <a:cubicBezTo>
                    <a:pt x="3285" y="1919"/>
                    <a:pt x="3214" y="2193"/>
                    <a:pt x="3095" y="2431"/>
                  </a:cubicBezTo>
                  <a:cubicBezTo>
                    <a:pt x="3059" y="2490"/>
                    <a:pt x="3059" y="2574"/>
                    <a:pt x="3119" y="2633"/>
                  </a:cubicBezTo>
                  <a:cubicBezTo>
                    <a:pt x="3149" y="2663"/>
                    <a:pt x="3191" y="2678"/>
                    <a:pt x="3234" y="2678"/>
                  </a:cubicBezTo>
                  <a:cubicBezTo>
                    <a:pt x="3295" y="2678"/>
                    <a:pt x="3358" y="2648"/>
                    <a:pt x="3393" y="2586"/>
                  </a:cubicBezTo>
                  <a:cubicBezTo>
                    <a:pt x="3536" y="2324"/>
                    <a:pt x="3607" y="2014"/>
                    <a:pt x="3583" y="1669"/>
                  </a:cubicBezTo>
                  <a:cubicBezTo>
                    <a:pt x="3536" y="764"/>
                    <a:pt x="2797" y="50"/>
                    <a:pt x="1904" y="2"/>
                  </a:cubicBezTo>
                  <a:cubicBezTo>
                    <a:pt x="1877" y="1"/>
                    <a:pt x="1849" y="0"/>
                    <a:pt x="182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00" bIns="72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" name="Google Shape;637;p67"/>
            <p:cNvSpPr/>
            <p:nvPr/>
          </p:nvSpPr>
          <p:spPr>
            <a:xfrm>
              <a:off x="1070280" y="3001320"/>
              <a:ext cx="37440" cy="37080"/>
            </a:xfrm>
            <a:custGeom>
              <a:avLst/>
              <a:gdLst>
                <a:gd name="textAreaLeft" fmla="*/ 0 w 37440"/>
                <a:gd name="textAreaRight" fmla="*/ 37800 w 37440"/>
                <a:gd name="textAreaTop" fmla="*/ 0 h 37080"/>
                <a:gd name="textAreaBottom" fmla="*/ 37440 h 37080"/>
              </a:gdLst>
              <a:ahLst/>
              <a:cxnLst/>
              <a:rect l="textAreaLeft" t="textAreaTop" r="textAreaRight" b="textAreaBottom"/>
              <a:pathLst>
                <a:path w="929" h="918">
                  <a:moveTo>
                    <a:pt x="465" y="1"/>
                  </a:moveTo>
                  <a:cubicBezTo>
                    <a:pt x="203" y="1"/>
                    <a:pt x="0" y="203"/>
                    <a:pt x="0" y="453"/>
                  </a:cubicBezTo>
                  <a:cubicBezTo>
                    <a:pt x="0" y="715"/>
                    <a:pt x="203" y="918"/>
                    <a:pt x="465" y="918"/>
                  </a:cubicBezTo>
                  <a:cubicBezTo>
                    <a:pt x="715" y="918"/>
                    <a:pt x="929" y="715"/>
                    <a:pt x="929" y="453"/>
                  </a:cubicBezTo>
                  <a:cubicBezTo>
                    <a:pt x="929" y="203"/>
                    <a:pt x="715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720" bIns="18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8" name="Google Shape;638;p67"/>
          <p:cNvGrpSpPr/>
          <p:nvPr/>
        </p:nvGrpSpPr>
        <p:grpSpPr>
          <a:xfrm>
            <a:off x="1590120" y="2984400"/>
            <a:ext cx="266400" cy="238320"/>
            <a:chOff x="1590120" y="2984400"/>
            <a:chExt cx="266400" cy="238320"/>
          </a:xfrm>
        </p:grpSpPr>
        <p:sp>
          <p:nvSpPr>
            <p:cNvPr id="69" name="Google Shape;639;p67"/>
            <p:cNvSpPr/>
            <p:nvPr/>
          </p:nvSpPr>
          <p:spPr>
            <a:xfrm>
              <a:off x="1599480" y="3068640"/>
              <a:ext cx="60840" cy="154080"/>
            </a:xfrm>
            <a:custGeom>
              <a:avLst/>
              <a:gdLst>
                <a:gd name="textAreaLeft" fmla="*/ 0 w 60840"/>
                <a:gd name="textAreaRight" fmla="*/ 61200 w 60840"/>
                <a:gd name="textAreaTop" fmla="*/ 0 h 154080"/>
                <a:gd name="textAreaBottom" fmla="*/ 154440 h 154080"/>
              </a:gdLst>
              <a:ahLst/>
              <a:cxnLst/>
              <a:rect l="textAreaLeft" t="textAreaTop" r="textAreaRight" b="textAreaBottom"/>
              <a:pathLst>
                <a:path w="1502" h="3787">
                  <a:moveTo>
                    <a:pt x="1168" y="346"/>
                  </a:moveTo>
                  <a:lnTo>
                    <a:pt x="1168" y="3430"/>
                  </a:lnTo>
                  <a:lnTo>
                    <a:pt x="358" y="3430"/>
                  </a:lnTo>
                  <a:lnTo>
                    <a:pt x="358" y="346"/>
                  </a:lnTo>
                  <a:close/>
                  <a:moveTo>
                    <a:pt x="180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72" y="3787"/>
                    <a:pt x="180" y="3787"/>
                  </a:cubicBezTo>
                  <a:lnTo>
                    <a:pt x="1323" y="3787"/>
                  </a:lnTo>
                  <a:cubicBezTo>
                    <a:pt x="1418" y="3787"/>
                    <a:pt x="1501" y="3715"/>
                    <a:pt x="1501" y="3608"/>
                  </a:cubicBezTo>
                  <a:lnTo>
                    <a:pt x="1501" y="179"/>
                  </a:lnTo>
                  <a:cubicBezTo>
                    <a:pt x="1501" y="72"/>
                    <a:pt x="1430" y="1"/>
                    <a:pt x="1323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7040" bIns="77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" name="Google Shape;640;p67"/>
            <p:cNvSpPr/>
            <p:nvPr/>
          </p:nvSpPr>
          <p:spPr>
            <a:xfrm>
              <a:off x="1590120" y="2984400"/>
              <a:ext cx="70200" cy="70200"/>
            </a:xfrm>
            <a:custGeom>
              <a:avLst/>
              <a:gdLst>
                <a:gd name="textAreaLeft" fmla="*/ 0 w 70200"/>
                <a:gd name="textAreaRight" fmla="*/ 70560 w 70200"/>
                <a:gd name="textAreaTop" fmla="*/ 0 h 70200"/>
                <a:gd name="textAreaBottom" fmla="*/ 70560 h 70200"/>
              </a:gdLst>
              <a:ahLst/>
              <a:cxnLst/>
              <a:rect l="textAreaLeft" t="textAreaTop" r="textAreaRight" b="textAreaBottom"/>
              <a:pathLst>
                <a:path w="1728" h="1728">
                  <a:moveTo>
                    <a:pt x="870" y="334"/>
                  </a:moveTo>
                  <a:cubicBezTo>
                    <a:pt x="1156" y="334"/>
                    <a:pt x="1394" y="572"/>
                    <a:pt x="1394" y="846"/>
                  </a:cubicBezTo>
                  <a:cubicBezTo>
                    <a:pt x="1394" y="1132"/>
                    <a:pt x="1156" y="1370"/>
                    <a:pt x="870" y="1370"/>
                  </a:cubicBezTo>
                  <a:cubicBezTo>
                    <a:pt x="584" y="1370"/>
                    <a:pt x="346" y="1132"/>
                    <a:pt x="346" y="846"/>
                  </a:cubicBezTo>
                  <a:cubicBezTo>
                    <a:pt x="346" y="572"/>
                    <a:pt x="584" y="334"/>
                    <a:pt x="870" y="334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34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5280" bIns="35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" name="Google Shape;641;p67"/>
            <p:cNvSpPr/>
            <p:nvPr/>
          </p:nvSpPr>
          <p:spPr>
            <a:xfrm>
              <a:off x="1692720" y="3068640"/>
              <a:ext cx="163800" cy="154080"/>
            </a:xfrm>
            <a:custGeom>
              <a:avLst/>
              <a:gdLst>
                <a:gd name="textAreaLeft" fmla="*/ 0 w 163800"/>
                <a:gd name="textAreaRight" fmla="*/ 164160 w 163800"/>
                <a:gd name="textAreaTop" fmla="*/ 0 h 154080"/>
                <a:gd name="textAreaBottom" fmla="*/ 154440 h 154080"/>
              </a:gdLst>
              <a:ahLst/>
              <a:cxnLst/>
              <a:rect l="textAreaLeft" t="textAreaTop" r="textAreaRight" b="textAreaBottom"/>
              <a:pathLst>
                <a:path w="4026" h="3787">
                  <a:moveTo>
                    <a:pt x="191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84" y="3787"/>
                    <a:pt x="191" y="3787"/>
                  </a:cubicBezTo>
                  <a:lnTo>
                    <a:pt x="1334" y="3787"/>
                  </a:lnTo>
                  <a:cubicBezTo>
                    <a:pt x="1418" y="3787"/>
                    <a:pt x="1513" y="3715"/>
                    <a:pt x="1513" y="3608"/>
                  </a:cubicBezTo>
                  <a:lnTo>
                    <a:pt x="1513" y="2382"/>
                  </a:lnTo>
                  <a:cubicBezTo>
                    <a:pt x="1513" y="1977"/>
                    <a:pt x="1596" y="1501"/>
                    <a:pt x="2037" y="1501"/>
                  </a:cubicBezTo>
                  <a:cubicBezTo>
                    <a:pt x="2347" y="1501"/>
                    <a:pt x="2477" y="1763"/>
                    <a:pt x="2525" y="2060"/>
                  </a:cubicBezTo>
                  <a:cubicBezTo>
                    <a:pt x="2537" y="2156"/>
                    <a:pt x="2608" y="2215"/>
                    <a:pt x="2692" y="2215"/>
                  </a:cubicBezTo>
                  <a:cubicBezTo>
                    <a:pt x="2787" y="2215"/>
                    <a:pt x="2870" y="2120"/>
                    <a:pt x="2847" y="2025"/>
                  </a:cubicBezTo>
                  <a:cubicBezTo>
                    <a:pt x="2763" y="1465"/>
                    <a:pt x="2477" y="1155"/>
                    <a:pt x="2013" y="1155"/>
                  </a:cubicBezTo>
                  <a:cubicBezTo>
                    <a:pt x="1465" y="1155"/>
                    <a:pt x="1156" y="1608"/>
                    <a:pt x="1156" y="2382"/>
                  </a:cubicBezTo>
                  <a:lnTo>
                    <a:pt x="1156" y="3430"/>
                  </a:lnTo>
                  <a:lnTo>
                    <a:pt x="346" y="3430"/>
                  </a:lnTo>
                  <a:lnTo>
                    <a:pt x="346" y="358"/>
                  </a:lnTo>
                  <a:lnTo>
                    <a:pt x="918" y="358"/>
                  </a:lnTo>
                  <a:lnTo>
                    <a:pt x="918" y="572"/>
                  </a:lnTo>
                  <a:cubicBezTo>
                    <a:pt x="918" y="632"/>
                    <a:pt x="930" y="679"/>
                    <a:pt x="977" y="715"/>
                  </a:cubicBezTo>
                  <a:cubicBezTo>
                    <a:pt x="1007" y="733"/>
                    <a:pt x="1043" y="742"/>
                    <a:pt x="1078" y="742"/>
                  </a:cubicBezTo>
                  <a:cubicBezTo>
                    <a:pt x="1114" y="742"/>
                    <a:pt x="1150" y="733"/>
                    <a:pt x="1180" y="715"/>
                  </a:cubicBezTo>
                  <a:cubicBezTo>
                    <a:pt x="1477" y="477"/>
                    <a:pt x="1835" y="358"/>
                    <a:pt x="2227" y="358"/>
                  </a:cubicBezTo>
                  <a:cubicBezTo>
                    <a:pt x="3204" y="358"/>
                    <a:pt x="3656" y="1191"/>
                    <a:pt x="3656" y="2001"/>
                  </a:cubicBezTo>
                  <a:lnTo>
                    <a:pt x="3656" y="3430"/>
                  </a:lnTo>
                  <a:lnTo>
                    <a:pt x="2847" y="3430"/>
                  </a:lnTo>
                  <a:lnTo>
                    <a:pt x="2847" y="2870"/>
                  </a:lnTo>
                  <a:cubicBezTo>
                    <a:pt x="2847" y="2775"/>
                    <a:pt x="2775" y="2703"/>
                    <a:pt x="2692" y="2703"/>
                  </a:cubicBezTo>
                  <a:cubicBezTo>
                    <a:pt x="2597" y="2703"/>
                    <a:pt x="2525" y="2775"/>
                    <a:pt x="2525" y="2870"/>
                  </a:cubicBezTo>
                  <a:lnTo>
                    <a:pt x="2525" y="3596"/>
                  </a:lnTo>
                  <a:cubicBezTo>
                    <a:pt x="2525" y="3691"/>
                    <a:pt x="2597" y="3775"/>
                    <a:pt x="2704" y="3775"/>
                  </a:cubicBezTo>
                  <a:lnTo>
                    <a:pt x="3847" y="3775"/>
                  </a:lnTo>
                  <a:cubicBezTo>
                    <a:pt x="3942" y="3775"/>
                    <a:pt x="4025" y="3703"/>
                    <a:pt x="4025" y="3596"/>
                  </a:cubicBezTo>
                  <a:lnTo>
                    <a:pt x="4025" y="1989"/>
                  </a:lnTo>
                  <a:cubicBezTo>
                    <a:pt x="4025" y="810"/>
                    <a:pt x="3299" y="1"/>
                    <a:pt x="2239" y="1"/>
                  </a:cubicBezTo>
                  <a:cubicBezTo>
                    <a:pt x="1894" y="1"/>
                    <a:pt x="1573" y="84"/>
                    <a:pt x="1275" y="251"/>
                  </a:cubicBezTo>
                  <a:lnTo>
                    <a:pt x="1275" y="179"/>
                  </a:lnTo>
                  <a:cubicBezTo>
                    <a:pt x="1275" y="84"/>
                    <a:pt x="1204" y="1"/>
                    <a:pt x="109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7040" bIns="77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72" name="Google Shape;642;p67"/>
          <p:cNvSpPr/>
          <p:nvPr/>
        </p:nvSpPr>
        <p:spPr>
          <a:xfrm>
            <a:off x="4276800" y="4343400"/>
            <a:ext cx="415260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70823080" rIns="870823080" tIns="-2643480" bIns="-2643480" anchor="t">
            <a:sp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Please keep this slide for attribution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Invoice Theme for SME by Slidesgo">
  <a:themeElements>
    <a:clrScheme name="Simple Light">
      <a:dk1>
        <a:srgbClr val="000000"/>
      </a:dk1>
      <a:lt1>
        <a:srgbClr val="ffffff"/>
      </a:lt1>
      <a:dk2>
        <a:srgbClr val="a1a8c0"/>
      </a:dk2>
      <a:lt2>
        <a:srgbClr val="e1e5ee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LibreOffice/25.8.1.1$Linux_X86_64 LibreOffice_project/580$Build-1</Application>
  <AppVersion>15.0000</AppVersion>
  <Company>Microsoft Corporation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2026-04-30T07:33:01Z</dcterms:created>
  <dc:creator>Unknown Creator</dc:creator>
  <dc:description/>
  <dc:language>en-US</dc:language>
  <cp:lastModifiedBy>Unknown Creator</cp:lastModifiedBy>
  <dcterms:modified xsi:type="dcterms:W3CDTF">2026-04-30T07:33:01Z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