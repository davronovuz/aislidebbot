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67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14" Type="http://schemas.openxmlformats.org/officeDocument/2006/relationships/slide" Target="slides/slide12.xml"/><Relationship Id="rId1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807080" cy="200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654880" y="1312560"/>
            <a:ext cx="2851920" cy="2851920"/>
          </a:xfrm>
          <a:prstGeom prst="rect">
            <a:avLst/>
          </a:prstGeom>
          <a:noFill/>
          <a:ln w="76320">
            <a:solidFill>
              <a:schemeClr val="lt1"/>
            </a:solidFill>
            <a:round/>
          </a:ln>
        </p:spPr>
        <p:txBody>
          <a:bodyPr lIns="90000" rIns="90000" tIns="45000" bIns="45000" anchor="t">
            <a:normAutofit fontScale="4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3680" y="1967760"/>
            <a:ext cx="4410720" cy="136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789480" y="539640"/>
            <a:ext cx="1046520" cy="13348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Archivo Black"/>
                <a:ea typeface="Archivo Black"/>
              </a:rPr>
              <a:t>xx%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397480" y="1055160"/>
            <a:ext cx="3033000" cy="3033000"/>
          </a:xfrm>
          <a:prstGeom prst="rect">
            <a:avLst/>
          </a:prstGeom>
          <a:noFill/>
          <a:ln w="38160">
            <a:solidFill>
              <a:schemeClr val="lt1"/>
            </a:solidFill>
            <a:round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" name="Google Shape;17;p3"/>
          <p:cNvGrpSpPr/>
          <p:nvPr/>
        </p:nvGrpSpPr>
        <p:grpSpPr>
          <a:xfrm>
            <a:off x="3660480" y="399960"/>
            <a:ext cx="1309320" cy="257400"/>
            <a:chOff x="3660480" y="399960"/>
            <a:chExt cx="1309320" cy="257400"/>
          </a:xfrm>
        </p:grpSpPr>
        <p:sp>
          <p:nvSpPr>
            <p:cNvPr id="8" name="Google Shape;18;p3"/>
            <p:cNvSpPr/>
            <p:nvPr/>
          </p:nvSpPr>
          <p:spPr>
            <a:xfrm>
              <a:off x="407988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9;p3"/>
            <p:cNvSpPr/>
            <p:nvPr/>
          </p:nvSpPr>
          <p:spPr>
            <a:xfrm>
              <a:off x="428400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20;p3"/>
            <p:cNvSpPr/>
            <p:nvPr/>
          </p:nvSpPr>
          <p:spPr>
            <a:xfrm>
              <a:off x="448812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21;p3"/>
            <p:cNvSpPr/>
            <p:nvPr/>
          </p:nvSpPr>
          <p:spPr>
            <a:xfrm>
              <a:off x="469224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22;p3"/>
            <p:cNvSpPr/>
            <p:nvPr/>
          </p:nvSpPr>
          <p:spPr>
            <a:xfrm>
              <a:off x="489636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3;p3"/>
            <p:cNvSpPr/>
            <p:nvPr/>
          </p:nvSpPr>
          <p:spPr>
            <a:xfrm>
              <a:off x="366048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4;p3"/>
            <p:cNvSpPr/>
            <p:nvPr/>
          </p:nvSpPr>
          <p:spPr>
            <a:xfrm>
              <a:off x="386424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5;p3"/>
            <p:cNvSpPr/>
            <p:nvPr/>
          </p:nvSpPr>
          <p:spPr>
            <a:xfrm>
              <a:off x="406836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6;p3"/>
            <p:cNvSpPr/>
            <p:nvPr/>
          </p:nvSpPr>
          <p:spPr>
            <a:xfrm>
              <a:off x="427248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7;p3"/>
            <p:cNvSpPr/>
            <p:nvPr/>
          </p:nvSpPr>
          <p:spPr>
            <a:xfrm>
              <a:off x="447660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2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0000" y="1222920"/>
            <a:ext cx="4275720" cy="173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97480" y="1055160"/>
            <a:ext cx="3033000" cy="3033000"/>
          </a:xfrm>
          <a:prstGeom prst="rect">
            <a:avLst/>
          </a:prstGeom>
          <a:noFill/>
          <a:ln w="38160">
            <a:solidFill>
              <a:schemeClr val="lt1"/>
            </a:solidFill>
            <a:round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" name="Google Shape;367;p22"/>
          <p:cNvGrpSpPr/>
          <p:nvPr/>
        </p:nvGrpSpPr>
        <p:grpSpPr>
          <a:xfrm>
            <a:off x="5362560" y="4349160"/>
            <a:ext cx="1309320" cy="257400"/>
            <a:chOff x="5362560" y="4349160"/>
            <a:chExt cx="1309320" cy="257400"/>
          </a:xfrm>
        </p:grpSpPr>
        <p:sp>
          <p:nvSpPr>
            <p:cNvPr id="21" name="Google Shape;368;p22"/>
            <p:cNvSpPr/>
            <p:nvPr/>
          </p:nvSpPr>
          <p:spPr>
            <a:xfrm flipV="1">
              <a:off x="578196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369;p22"/>
            <p:cNvSpPr/>
            <p:nvPr/>
          </p:nvSpPr>
          <p:spPr>
            <a:xfrm flipV="1">
              <a:off x="598608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70;p22"/>
            <p:cNvSpPr/>
            <p:nvPr/>
          </p:nvSpPr>
          <p:spPr>
            <a:xfrm flipV="1">
              <a:off x="619020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71;p22"/>
            <p:cNvSpPr/>
            <p:nvPr/>
          </p:nvSpPr>
          <p:spPr>
            <a:xfrm flipV="1">
              <a:off x="639432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72;p22"/>
            <p:cNvSpPr/>
            <p:nvPr/>
          </p:nvSpPr>
          <p:spPr>
            <a:xfrm flipV="1">
              <a:off x="659844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73;p22"/>
            <p:cNvSpPr/>
            <p:nvPr/>
          </p:nvSpPr>
          <p:spPr>
            <a:xfrm flipV="1">
              <a:off x="536256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74;p22"/>
            <p:cNvSpPr/>
            <p:nvPr/>
          </p:nvSpPr>
          <p:spPr>
            <a:xfrm flipV="1">
              <a:off x="556668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75;p22"/>
            <p:cNvSpPr/>
            <p:nvPr/>
          </p:nvSpPr>
          <p:spPr>
            <a:xfrm flipV="1">
              <a:off x="577080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76;p22"/>
            <p:cNvSpPr/>
            <p:nvPr/>
          </p:nvSpPr>
          <p:spPr>
            <a:xfrm flipV="1">
              <a:off x="597492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7;p22"/>
            <p:cNvSpPr/>
            <p:nvPr/>
          </p:nvSpPr>
          <p:spPr>
            <a:xfrm flipV="1">
              <a:off x="617904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63212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5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5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397480" y="1055160"/>
            <a:ext cx="3033000" cy="3033000"/>
          </a:xfrm>
          <a:prstGeom prst="rect">
            <a:avLst/>
          </a:prstGeom>
          <a:noFill/>
          <a:ln w="38160">
            <a:solidFill>
              <a:schemeClr val="lt1"/>
            </a:solidFill>
            <a:round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" name="Google Shape;396;p24"/>
          <p:cNvGrpSpPr/>
          <p:nvPr/>
        </p:nvGrpSpPr>
        <p:grpSpPr>
          <a:xfrm>
            <a:off x="5143320" y="399960"/>
            <a:ext cx="1309680" cy="257400"/>
            <a:chOff x="5143320" y="399960"/>
            <a:chExt cx="1309680" cy="257400"/>
          </a:xfrm>
        </p:grpSpPr>
        <p:sp>
          <p:nvSpPr>
            <p:cNvPr id="34" name="Google Shape;397;p24"/>
            <p:cNvSpPr/>
            <p:nvPr/>
          </p:nvSpPr>
          <p:spPr>
            <a:xfrm>
              <a:off x="556308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398;p24"/>
            <p:cNvSpPr/>
            <p:nvPr/>
          </p:nvSpPr>
          <p:spPr>
            <a:xfrm>
              <a:off x="576720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399;p24"/>
            <p:cNvSpPr/>
            <p:nvPr/>
          </p:nvSpPr>
          <p:spPr>
            <a:xfrm>
              <a:off x="597132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00;p24"/>
            <p:cNvSpPr/>
            <p:nvPr/>
          </p:nvSpPr>
          <p:spPr>
            <a:xfrm>
              <a:off x="617544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01;p24"/>
            <p:cNvSpPr/>
            <p:nvPr/>
          </p:nvSpPr>
          <p:spPr>
            <a:xfrm>
              <a:off x="637956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02;p24"/>
            <p:cNvSpPr/>
            <p:nvPr/>
          </p:nvSpPr>
          <p:spPr>
            <a:xfrm>
              <a:off x="514332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03;p24"/>
            <p:cNvSpPr/>
            <p:nvPr/>
          </p:nvSpPr>
          <p:spPr>
            <a:xfrm>
              <a:off x="534744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404;p24"/>
            <p:cNvSpPr/>
            <p:nvPr/>
          </p:nvSpPr>
          <p:spPr>
            <a:xfrm>
              <a:off x="555156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405;p24"/>
            <p:cNvSpPr/>
            <p:nvPr/>
          </p:nvSpPr>
          <p:spPr>
            <a:xfrm>
              <a:off x="575568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406;p24"/>
            <p:cNvSpPr/>
            <p:nvPr/>
          </p:nvSpPr>
          <p:spPr>
            <a:xfrm>
              <a:off x="595980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" name="Google Shape;407;p24"/>
          <p:cNvSpPr/>
          <p:nvPr/>
        </p:nvSpPr>
        <p:spPr>
          <a:xfrm>
            <a:off x="713160" y="3643920"/>
            <a:ext cx="360468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15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/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6" name="Google Shape;65;p6"/>
          <p:cNvGrpSpPr/>
          <p:nvPr/>
        </p:nvGrpSpPr>
        <p:grpSpPr>
          <a:xfrm>
            <a:off x="7267320" y="387360"/>
            <a:ext cx="2455920" cy="5138280"/>
            <a:chOff x="7267320" y="387360"/>
            <a:chExt cx="2455920" cy="5138280"/>
          </a:xfrm>
        </p:grpSpPr>
        <p:grpSp>
          <p:nvGrpSpPr>
            <p:cNvPr id="47" name="Google Shape;66;p6"/>
            <p:cNvGrpSpPr/>
            <p:nvPr/>
          </p:nvGrpSpPr>
          <p:grpSpPr>
            <a:xfrm>
              <a:off x="7432920" y="387360"/>
              <a:ext cx="1309320" cy="257400"/>
              <a:chOff x="7432920" y="387360"/>
              <a:chExt cx="1309320" cy="257400"/>
            </a:xfrm>
          </p:grpSpPr>
          <p:sp>
            <p:nvSpPr>
              <p:cNvPr id="48" name="Google Shape;67;p6"/>
              <p:cNvSpPr/>
              <p:nvPr/>
            </p:nvSpPr>
            <p:spPr>
              <a:xfrm flipV="1">
                <a:off x="785232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" name="Google Shape;68;p6"/>
              <p:cNvSpPr/>
              <p:nvPr/>
            </p:nvSpPr>
            <p:spPr>
              <a:xfrm flipV="1">
                <a:off x="805644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" name="Google Shape;69;p6"/>
              <p:cNvSpPr/>
              <p:nvPr/>
            </p:nvSpPr>
            <p:spPr>
              <a:xfrm flipV="1">
                <a:off x="826056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70;p6"/>
              <p:cNvSpPr/>
              <p:nvPr/>
            </p:nvSpPr>
            <p:spPr>
              <a:xfrm flipV="1">
                <a:off x="846468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" name="Google Shape;71;p6"/>
              <p:cNvSpPr/>
              <p:nvPr/>
            </p:nvSpPr>
            <p:spPr>
              <a:xfrm flipV="1">
                <a:off x="866880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" name="Google Shape;72;p6"/>
              <p:cNvSpPr/>
              <p:nvPr/>
            </p:nvSpPr>
            <p:spPr>
              <a:xfrm flipV="1">
                <a:off x="743292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" name="Google Shape;73;p6"/>
              <p:cNvSpPr/>
              <p:nvPr/>
            </p:nvSpPr>
            <p:spPr>
              <a:xfrm flipV="1">
                <a:off x="763704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" name="Google Shape;74;p6"/>
              <p:cNvSpPr/>
              <p:nvPr/>
            </p:nvSpPr>
            <p:spPr>
              <a:xfrm flipV="1">
                <a:off x="784116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" name="Google Shape;75;p6"/>
              <p:cNvSpPr/>
              <p:nvPr/>
            </p:nvSpPr>
            <p:spPr>
              <a:xfrm flipV="1">
                <a:off x="804528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" name="Google Shape;76;p6"/>
              <p:cNvSpPr/>
              <p:nvPr/>
            </p:nvSpPr>
            <p:spPr>
              <a:xfrm flipV="1">
                <a:off x="824940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8" name="Google Shape;77;p6"/>
            <p:cNvGrpSpPr/>
            <p:nvPr/>
          </p:nvGrpSpPr>
          <p:grpSpPr>
            <a:xfrm>
              <a:off x="7267320" y="3608280"/>
              <a:ext cx="2455920" cy="1917360"/>
              <a:chOff x="7267320" y="3608280"/>
              <a:chExt cx="2455920" cy="1917360"/>
            </a:xfrm>
          </p:grpSpPr>
          <p:sp>
            <p:nvSpPr>
              <p:cNvPr id="59" name="Google Shape;78;p6"/>
              <p:cNvSpPr/>
              <p:nvPr/>
            </p:nvSpPr>
            <p:spPr>
              <a:xfrm flipH="1" flipV="1" rot="5400000">
                <a:off x="7653240" y="3610800"/>
                <a:ext cx="1554120" cy="1548360"/>
              </a:xfrm>
              <a:prstGeom prst="rtTriangl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" name="Google Shape;79;p6"/>
              <p:cNvSpPr/>
              <p:nvPr/>
            </p:nvSpPr>
            <p:spPr>
              <a:xfrm flipH="1" flipV="1" rot="18900600">
                <a:off x="8648640" y="4254840"/>
                <a:ext cx="1150200" cy="26208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" name="Google Shape;80;p6"/>
              <p:cNvSpPr/>
              <p:nvPr/>
            </p:nvSpPr>
            <p:spPr>
              <a:xfrm flipV="1">
                <a:off x="7719480" y="3696120"/>
                <a:ext cx="1309320" cy="1309320"/>
              </a:xfrm>
              <a:prstGeom prst="ellipse">
                <a:avLst/>
              </a:prstGeom>
              <a:noFill/>
              <a:ln w="9525">
                <a:solidFill>
                  <a:srgbClr val="f8f8f8"/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" name="Google Shape;81;p6"/>
              <p:cNvSpPr/>
              <p:nvPr/>
            </p:nvSpPr>
            <p:spPr>
              <a:xfrm flipH="1" flipV="1" rot="18900600">
                <a:off x="7177680" y="4964760"/>
                <a:ext cx="1098360" cy="2016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1280" bIns="71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/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14240" y="542880"/>
            <a:ext cx="4809600" cy="199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trike="noStrike" u="none">
                <a:solidFill>
                  <a:schemeClr val="dk1"/>
                </a:solidFill>
                <a:effectLst/>
                <a:uFillTx/>
                <a:latin typeface="Archivo Black"/>
                <a:ea typeface="Archivo Black"/>
              </a:rPr>
              <a:t>{{TITLE}}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714240" y="2733840"/>
            <a:ext cx="223812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{{SUBTITLE}}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6" name="Google Shape;456;p30"/>
          <p:cNvGrpSpPr/>
          <p:nvPr/>
        </p:nvGrpSpPr>
        <p:grpSpPr>
          <a:xfrm>
            <a:off x="4714200" y="684000"/>
            <a:ext cx="4429440" cy="4466160"/>
            <a:chOff x="4714200" y="684000"/>
            <a:chExt cx="4429440" cy="4466160"/>
          </a:xfrm>
        </p:grpSpPr>
        <p:sp>
          <p:nvSpPr>
            <p:cNvPr id="67" name="Google Shape;457;p30"/>
            <p:cNvSpPr/>
            <p:nvPr/>
          </p:nvSpPr>
          <p:spPr>
            <a:xfrm flipH="1">
              <a:off x="4714200" y="783360"/>
              <a:ext cx="4429440" cy="436680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458;p30"/>
            <p:cNvSpPr/>
            <p:nvPr/>
          </p:nvSpPr>
          <p:spPr>
            <a:xfrm rot="18900000">
              <a:off x="7674840" y="130356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459;p30"/>
            <p:cNvSpPr/>
            <p:nvPr/>
          </p:nvSpPr>
          <p:spPr>
            <a:xfrm rot="18900600">
              <a:off x="4984200" y="327564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460;p30"/>
            <p:cNvSpPr/>
            <p:nvPr/>
          </p:nvSpPr>
          <p:spPr>
            <a:xfrm rot="18900600">
              <a:off x="7107840" y="209304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461;p30"/>
            <p:cNvSpPr/>
            <p:nvPr/>
          </p:nvSpPr>
          <p:spPr>
            <a:xfrm rot="18900600">
              <a:off x="6792480" y="124308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462;p30"/>
            <p:cNvSpPr/>
            <p:nvPr/>
          </p:nvSpPr>
          <p:spPr>
            <a:xfrm rot="18900600">
              <a:off x="5127480" y="384948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" name="Google Shape;463;p30"/>
          <p:cNvGrpSpPr/>
          <p:nvPr/>
        </p:nvGrpSpPr>
        <p:grpSpPr>
          <a:xfrm>
            <a:off x="2669760" y="4362120"/>
            <a:ext cx="1309320" cy="257400"/>
            <a:chOff x="2669760" y="4362120"/>
            <a:chExt cx="1309320" cy="257400"/>
          </a:xfrm>
        </p:grpSpPr>
        <p:sp>
          <p:nvSpPr>
            <p:cNvPr id="74" name="Google Shape;464;p30"/>
            <p:cNvSpPr/>
            <p:nvPr/>
          </p:nvSpPr>
          <p:spPr>
            <a:xfrm>
              <a:off x="308916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465;p30"/>
            <p:cNvSpPr/>
            <p:nvPr/>
          </p:nvSpPr>
          <p:spPr>
            <a:xfrm>
              <a:off x="329328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466;p30"/>
            <p:cNvSpPr/>
            <p:nvPr/>
          </p:nvSpPr>
          <p:spPr>
            <a:xfrm>
              <a:off x="349740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467;p30"/>
            <p:cNvSpPr/>
            <p:nvPr/>
          </p:nvSpPr>
          <p:spPr>
            <a:xfrm>
              <a:off x="370152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468;p30"/>
            <p:cNvSpPr/>
            <p:nvPr/>
          </p:nvSpPr>
          <p:spPr>
            <a:xfrm>
              <a:off x="390564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469;p30"/>
            <p:cNvSpPr/>
            <p:nvPr/>
          </p:nvSpPr>
          <p:spPr>
            <a:xfrm>
              <a:off x="266976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470;p30"/>
            <p:cNvSpPr/>
            <p:nvPr/>
          </p:nvSpPr>
          <p:spPr>
            <a:xfrm>
              <a:off x="287388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471;p30"/>
            <p:cNvSpPr/>
            <p:nvPr/>
          </p:nvSpPr>
          <p:spPr>
            <a:xfrm>
              <a:off x="307800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472;p30"/>
            <p:cNvSpPr/>
            <p:nvPr/>
          </p:nvSpPr>
          <p:spPr>
            <a:xfrm>
              <a:off x="328212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473;p30"/>
            <p:cNvSpPr/>
            <p:nvPr/>
          </p:nvSpPr>
          <p:spPr>
            <a:xfrm>
              <a:off x="348624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4" name="Google Shape;474;p30"/>
          <p:cNvSpPr/>
          <p:nvPr/>
        </p:nvSpPr>
        <p:spPr>
          <a:xfrm>
            <a:off x="5654880" y="1312560"/>
            <a:ext cx="2851920" cy="28519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76200">
            <a:solidFill>
              <a:srgbClr val="f8f8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5" name="Google Shape;475;p30"/>
          <p:cNvGrpSpPr/>
          <p:nvPr/>
        </p:nvGrpSpPr>
        <p:grpSpPr>
          <a:xfrm>
            <a:off x="4643640" y="2814840"/>
            <a:ext cx="2188080" cy="1862640"/>
            <a:chOff x="4643640" y="2814840"/>
            <a:chExt cx="2188080" cy="1862640"/>
          </a:xfrm>
        </p:grpSpPr>
        <p:sp>
          <p:nvSpPr>
            <p:cNvPr id="86" name="Google Shape;476;p30"/>
            <p:cNvSpPr/>
            <p:nvPr/>
          </p:nvSpPr>
          <p:spPr>
            <a:xfrm rot="18900000">
              <a:off x="5941080" y="422748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477;p30"/>
            <p:cNvSpPr/>
            <p:nvPr/>
          </p:nvSpPr>
          <p:spPr>
            <a:xfrm>
              <a:off x="4643640" y="2814840"/>
              <a:ext cx="1596240" cy="1596240"/>
            </a:xfrm>
            <a:prstGeom prst="ellipse">
              <a:avLst/>
            </a:prstGeom>
            <a:noFill/>
            <a:ln w="9525">
              <a:solidFill>
                <a:srgbClr val="f8f8f8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037;p55"/>
          <p:cNvGrpSpPr/>
          <p:nvPr/>
        </p:nvGrpSpPr>
        <p:grpSpPr>
          <a:xfrm>
            <a:off x="3979080" y="6840"/>
            <a:ext cx="5164200" cy="5143320"/>
            <a:chOff x="3979080" y="6840"/>
            <a:chExt cx="5164200" cy="5143320"/>
          </a:xfrm>
        </p:grpSpPr>
        <p:sp>
          <p:nvSpPr>
            <p:cNvPr id="143" name="Google Shape;1038;p55"/>
            <p:cNvSpPr/>
            <p:nvPr/>
          </p:nvSpPr>
          <p:spPr>
            <a:xfrm flipH="1">
              <a:off x="3978720" y="6840"/>
              <a:ext cx="5164200" cy="514332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44" name="Google Shape;1039;p55"/>
            <p:cNvGrpSpPr/>
            <p:nvPr/>
          </p:nvGrpSpPr>
          <p:grpSpPr>
            <a:xfrm>
              <a:off x="4666320" y="607680"/>
              <a:ext cx="4152240" cy="4000680"/>
              <a:chOff x="4666320" y="607680"/>
              <a:chExt cx="4152240" cy="4000680"/>
            </a:xfrm>
          </p:grpSpPr>
          <p:sp>
            <p:nvSpPr>
              <p:cNvPr id="145" name="Google Shape;1040;p55"/>
              <p:cNvSpPr/>
              <p:nvPr/>
            </p:nvSpPr>
            <p:spPr>
              <a:xfrm rot="18900600">
                <a:off x="4520880" y="3647520"/>
                <a:ext cx="1779480" cy="32616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6" name="Google Shape;1041;p55"/>
              <p:cNvSpPr/>
              <p:nvPr/>
            </p:nvSpPr>
            <p:spPr>
              <a:xfrm rot="18900600">
                <a:off x="7184160" y="2245320"/>
                <a:ext cx="1779480" cy="32616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" name="Google Shape;1042;p55"/>
              <p:cNvSpPr/>
              <p:nvPr/>
            </p:nvSpPr>
            <p:spPr>
              <a:xfrm rot="18900600">
                <a:off x="6716520" y="1166760"/>
                <a:ext cx="1779480" cy="47736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" name="Google Shape;1043;p55"/>
              <p:cNvSpPr/>
              <p:nvPr/>
            </p:nvSpPr>
            <p:spPr>
              <a:xfrm rot="18900600">
                <a:off x="5940360" y="3571560"/>
                <a:ext cx="1779480" cy="47736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" name="Google Shape;1044;p55"/>
              <p:cNvSpPr/>
              <p:nvPr/>
            </p:nvSpPr>
            <p:spPr>
              <a:xfrm>
                <a:off x="6778080" y="2891160"/>
                <a:ext cx="1596240" cy="1596240"/>
              </a:xfrm>
              <a:prstGeom prst="ellipse">
                <a:avLst/>
              </a:prstGeom>
              <a:noFill/>
              <a:ln w="9525">
                <a:solidFill>
                  <a:srgbClr val="f8f8f8"/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714240" y="542880"/>
            <a:ext cx="4628880" cy="182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chemeClr val="dk1"/>
                </a:solidFill>
                <a:effectLst/>
                <a:uFillTx/>
                <a:latin typeface="Archivo Black"/>
                <a:ea typeface="Archivo Black"/>
              </a:rPr>
              <a:t>{{CONCLUSION_TITLE}}</a:t>
            </a:r>
            <a:endParaRPr b="0" lang="fr-FR" sz="5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subTitle"/>
          </p:nvPr>
        </p:nvSpPr>
        <p:spPr>
          <a:xfrm>
            <a:off x="714240" y="1800360"/>
            <a:ext cx="462888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/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2" name="Google Shape;1047;p55"/>
          <p:cNvSpPr/>
          <p:nvPr/>
        </p:nvSpPr>
        <p:spPr>
          <a:xfrm>
            <a:off x="714240" y="4352760"/>
            <a:ext cx="44478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643480" bIns="-264348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/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3" name="Google Shape;1048;p55"/>
          <p:cNvSpPr/>
          <p:nvPr/>
        </p:nvSpPr>
        <p:spPr>
          <a:xfrm>
            <a:off x="5397480" y="1055160"/>
            <a:ext cx="3033000" cy="303300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38100">
            <a:solidFill>
              <a:srgbClr val="f8f8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4" name="Google Shape;1049;p55"/>
          <p:cNvGrpSpPr/>
          <p:nvPr/>
        </p:nvGrpSpPr>
        <p:grpSpPr>
          <a:xfrm>
            <a:off x="2460960" y="3060720"/>
            <a:ext cx="709920" cy="513720"/>
            <a:chOff x="2460960" y="3060720"/>
            <a:chExt cx="709920" cy="513720"/>
          </a:xfrm>
        </p:grpSpPr>
        <p:sp>
          <p:nvSpPr>
            <p:cNvPr id="155" name="Google Shape;1050;p55"/>
            <p:cNvSpPr/>
            <p:nvPr/>
          </p:nvSpPr>
          <p:spPr>
            <a:xfrm>
              <a:off x="246096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56" name="Google Shape;1051;p55"/>
            <p:cNvGrpSpPr/>
            <p:nvPr/>
          </p:nvGrpSpPr>
          <p:grpSpPr>
            <a:xfrm>
              <a:off x="2651400" y="3153240"/>
              <a:ext cx="328320" cy="328320"/>
              <a:chOff x="2651400" y="3153240"/>
              <a:chExt cx="328320" cy="328320"/>
            </a:xfrm>
          </p:grpSpPr>
          <p:sp>
            <p:nvSpPr>
              <p:cNvPr id="157" name="Google Shape;1052;p55"/>
              <p:cNvSpPr/>
              <p:nvPr/>
            </p:nvSpPr>
            <p:spPr>
              <a:xfrm>
                <a:off x="2806920" y="3210840"/>
                <a:ext cx="112320" cy="270720"/>
              </a:xfrm>
              <a:custGeom>
                <a:avLst/>
                <a:gdLst>
                  <a:gd name="textAreaLeft" fmla="*/ 0 w 112320"/>
                  <a:gd name="textAreaRight" fmla="*/ 112680 w 112320"/>
                  <a:gd name="textAreaTop" fmla="*/ 0 h 270720"/>
                  <a:gd name="textAreaBottom" fmla="*/ 271080 h 270720"/>
                </a:gdLst>
                <a:ahLst/>
                <a:cxnLst/>
                <a:rect l="textAreaLeft" t="textAreaTop" r="textAreaRight" b="textAreaBottom"/>
                <a:pathLst>
                  <a:path w="6527" h="15727">
                    <a:moveTo>
                      <a:pt x="4957" y="1"/>
                    </a:moveTo>
                    <a:cubicBezTo>
                      <a:pt x="4645" y="1"/>
                      <a:pt x="4336" y="24"/>
                      <a:pt x="4028" y="69"/>
                    </a:cubicBezTo>
                    <a:cubicBezTo>
                      <a:pt x="2588" y="280"/>
                      <a:pt x="1700" y="890"/>
                      <a:pt x="1675" y="2250"/>
                    </a:cubicBezTo>
                    <a:lnTo>
                      <a:pt x="1675" y="5040"/>
                    </a:lnTo>
                    <a:cubicBezTo>
                      <a:pt x="1675" y="5348"/>
                      <a:pt x="1426" y="5599"/>
                      <a:pt x="1118" y="5599"/>
                    </a:cubicBezTo>
                    <a:lnTo>
                      <a:pt x="0" y="5599"/>
                    </a:lnTo>
                    <a:lnTo>
                      <a:pt x="0" y="6715"/>
                    </a:lnTo>
                    <a:lnTo>
                      <a:pt x="1118" y="6715"/>
                    </a:lnTo>
                    <a:cubicBezTo>
                      <a:pt x="1426" y="6715"/>
                      <a:pt x="1675" y="6965"/>
                      <a:pt x="1675" y="7274"/>
                    </a:cubicBezTo>
                    <a:lnTo>
                      <a:pt x="1675" y="15727"/>
                    </a:lnTo>
                    <a:lnTo>
                      <a:pt x="3352" y="15727"/>
                    </a:lnTo>
                    <a:lnTo>
                      <a:pt x="3352" y="7274"/>
                    </a:lnTo>
                    <a:cubicBezTo>
                      <a:pt x="3352" y="6965"/>
                      <a:pt x="3602" y="6715"/>
                      <a:pt x="3910" y="6715"/>
                    </a:cubicBezTo>
                    <a:lnTo>
                      <a:pt x="5709" y="6715"/>
                    </a:lnTo>
                    <a:lnTo>
                      <a:pt x="5987" y="5599"/>
                    </a:lnTo>
                    <a:lnTo>
                      <a:pt x="3910" y="5599"/>
                    </a:lnTo>
                    <a:cubicBezTo>
                      <a:pt x="3602" y="5599"/>
                      <a:pt x="3352" y="5348"/>
                      <a:pt x="3352" y="5040"/>
                    </a:cubicBezTo>
                    <a:lnTo>
                      <a:pt x="3352" y="3253"/>
                    </a:lnTo>
                    <a:cubicBezTo>
                      <a:pt x="3352" y="2316"/>
                      <a:pt x="3942" y="1677"/>
                      <a:pt x="4968" y="1504"/>
                    </a:cubicBezTo>
                    <a:cubicBezTo>
                      <a:pt x="5157" y="1473"/>
                      <a:pt x="5339" y="1460"/>
                      <a:pt x="5511" y="1460"/>
                    </a:cubicBezTo>
                    <a:cubicBezTo>
                      <a:pt x="5810" y="1460"/>
                      <a:pt x="6082" y="1498"/>
                      <a:pt x="6324" y="1546"/>
                    </a:cubicBezTo>
                    <a:lnTo>
                      <a:pt x="6526" y="182"/>
                    </a:lnTo>
                    <a:cubicBezTo>
                      <a:pt x="5988" y="62"/>
                      <a:pt x="5468" y="1"/>
                      <a:pt x="49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" name="Google Shape;1053;p55"/>
              <p:cNvSpPr/>
              <p:nvPr/>
            </p:nvSpPr>
            <p:spPr>
              <a:xfrm>
                <a:off x="2651400" y="3153240"/>
                <a:ext cx="328320" cy="32832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19066" h="19065">
                    <a:moveTo>
                      <a:pt x="2794" y="0"/>
                    </a:moveTo>
                    <a:cubicBezTo>
                      <a:pt x="1255" y="0"/>
                      <a:pt x="1" y="1253"/>
                      <a:pt x="1" y="2793"/>
                    </a:cubicBezTo>
                    <a:lnTo>
                      <a:pt x="1" y="16271"/>
                    </a:lnTo>
                    <a:cubicBezTo>
                      <a:pt x="1" y="17812"/>
                      <a:pt x="1255" y="19065"/>
                      <a:pt x="2794" y="19065"/>
                    </a:cubicBezTo>
                    <a:lnTo>
                      <a:pt x="9571" y="19065"/>
                    </a:lnTo>
                    <a:lnTo>
                      <a:pt x="9571" y="11171"/>
                    </a:lnTo>
                    <a:lnTo>
                      <a:pt x="8453" y="11171"/>
                    </a:lnTo>
                    <a:cubicBezTo>
                      <a:pt x="8145" y="11171"/>
                      <a:pt x="7896" y="10920"/>
                      <a:pt x="7896" y="10612"/>
                    </a:cubicBezTo>
                    <a:lnTo>
                      <a:pt x="7896" y="8378"/>
                    </a:lnTo>
                    <a:cubicBezTo>
                      <a:pt x="7896" y="8070"/>
                      <a:pt x="8145" y="7819"/>
                      <a:pt x="8453" y="7819"/>
                    </a:cubicBezTo>
                    <a:lnTo>
                      <a:pt x="9571" y="7819"/>
                    </a:lnTo>
                    <a:lnTo>
                      <a:pt x="9571" y="5836"/>
                    </a:lnTo>
                    <a:cubicBezTo>
                      <a:pt x="9571" y="3710"/>
                      <a:pt x="10741" y="2615"/>
                      <a:pt x="12878" y="2302"/>
                    </a:cubicBezTo>
                    <a:cubicBezTo>
                      <a:pt x="13231" y="2249"/>
                      <a:pt x="13591" y="2223"/>
                      <a:pt x="13956" y="2223"/>
                    </a:cubicBezTo>
                    <a:cubicBezTo>
                      <a:pt x="14725" y="2223"/>
                      <a:pt x="15517" y="2339"/>
                      <a:pt x="16318" y="2567"/>
                    </a:cubicBezTo>
                    <a:cubicBezTo>
                      <a:pt x="16589" y="2643"/>
                      <a:pt x="16759" y="2908"/>
                      <a:pt x="16718" y="3186"/>
                    </a:cubicBezTo>
                    <a:lnTo>
                      <a:pt x="16352" y="5650"/>
                    </a:lnTo>
                    <a:cubicBezTo>
                      <a:pt x="16329" y="5806"/>
                      <a:pt x="16240" y="5944"/>
                      <a:pt x="16111" y="6031"/>
                    </a:cubicBezTo>
                    <a:cubicBezTo>
                      <a:pt x="16006" y="6102"/>
                      <a:pt x="15912" y="6127"/>
                      <a:pt x="15818" y="6127"/>
                    </a:cubicBezTo>
                    <a:cubicBezTo>
                      <a:pt x="15717" y="6127"/>
                      <a:pt x="15614" y="6098"/>
                      <a:pt x="15494" y="6068"/>
                    </a:cubicBezTo>
                    <a:cubicBezTo>
                      <a:pt x="15202" y="5995"/>
                      <a:pt x="14879" y="5914"/>
                      <a:pt x="14527" y="5914"/>
                    </a:cubicBezTo>
                    <a:cubicBezTo>
                      <a:pt x="14409" y="5914"/>
                      <a:pt x="14289" y="5923"/>
                      <a:pt x="14165" y="5944"/>
                    </a:cubicBezTo>
                    <a:cubicBezTo>
                      <a:pt x="13534" y="6050"/>
                      <a:pt x="13481" y="6333"/>
                      <a:pt x="13481" y="6590"/>
                    </a:cubicBezTo>
                    <a:lnTo>
                      <a:pt x="13481" y="7819"/>
                    </a:lnTo>
                    <a:lnTo>
                      <a:pt x="15715" y="7819"/>
                    </a:lnTo>
                    <a:cubicBezTo>
                      <a:pt x="15887" y="7819"/>
                      <a:pt x="16048" y="7899"/>
                      <a:pt x="16154" y="8035"/>
                    </a:cubicBezTo>
                    <a:cubicBezTo>
                      <a:pt x="16260" y="8169"/>
                      <a:pt x="16297" y="8346"/>
                      <a:pt x="16256" y="8513"/>
                    </a:cubicBezTo>
                    <a:lnTo>
                      <a:pt x="15697" y="10747"/>
                    </a:lnTo>
                    <a:cubicBezTo>
                      <a:pt x="15635" y="10996"/>
                      <a:pt x="15412" y="11170"/>
                      <a:pt x="15156" y="11170"/>
                    </a:cubicBezTo>
                    <a:lnTo>
                      <a:pt x="13481" y="11170"/>
                    </a:lnTo>
                    <a:lnTo>
                      <a:pt x="13481" y="19065"/>
                    </a:lnTo>
                    <a:lnTo>
                      <a:pt x="16272" y="19065"/>
                    </a:lnTo>
                    <a:cubicBezTo>
                      <a:pt x="17813" y="19065"/>
                      <a:pt x="19066" y="17810"/>
                      <a:pt x="19066" y="16271"/>
                    </a:cubicBezTo>
                    <a:lnTo>
                      <a:pt x="19066" y="2793"/>
                    </a:lnTo>
                    <a:cubicBezTo>
                      <a:pt x="19066" y="1253"/>
                      <a:pt x="17813" y="0"/>
                      <a:pt x="162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59" name="Google Shape;1054;p55"/>
          <p:cNvGrpSpPr/>
          <p:nvPr/>
        </p:nvGrpSpPr>
        <p:grpSpPr>
          <a:xfrm>
            <a:off x="781200" y="3060720"/>
            <a:ext cx="709920" cy="513720"/>
            <a:chOff x="781200" y="3060720"/>
            <a:chExt cx="709920" cy="513720"/>
          </a:xfrm>
        </p:grpSpPr>
        <p:sp>
          <p:nvSpPr>
            <p:cNvPr id="160" name="Google Shape;1055;p55"/>
            <p:cNvSpPr/>
            <p:nvPr/>
          </p:nvSpPr>
          <p:spPr>
            <a:xfrm>
              <a:off x="78120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61" name="Google Shape;1056;p55"/>
            <p:cNvGrpSpPr/>
            <p:nvPr/>
          </p:nvGrpSpPr>
          <p:grpSpPr>
            <a:xfrm>
              <a:off x="972000" y="3153240"/>
              <a:ext cx="328320" cy="328320"/>
              <a:chOff x="972000" y="3153240"/>
              <a:chExt cx="328320" cy="328320"/>
            </a:xfrm>
          </p:grpSpPr>
          <p:sp>
            <p:nvSpPr>
              <p:cNvPr id="162" name="Google Shape;1057;p55"/>
              <p:cNvSpPr/>
              <p:nvPr/>
            </p:nvSpPr>
            <p:spPr>
              <a:xfrm>
                <a:off x="1040040" y="3211560"/>
                <a:ext cx="19080" cy="19080"/>
              </a:xfrm>
              <a:custGeom>
                <a:avLst/>
                <a:gdLst>
                  <a:gd name="textAreaLeft" fmla="*/ 0 w 19080"/>
                  <a:gd name="textAreaRight" fmla="*/ 19440 w 19080"/>
                  <a:gd name="textAreaTop" fmla="*/ 0 h 19080"/>
                  <a:gd name="textAreaBottom" fmla="*/ 19440 h 19080"/>
                </a:gdLst>
                <a:ahLst/>
                <a:cxnLst/>
                <a:rect l="textAreaLeft" t="textAreaTop" r="textAreaRight" b="textAreaBottom"/>
                <a:pathLst>
                  <a:path w="1119" h="1117">
                    <a:moveTo>
                      <a:pt x="559" y="1"/>
                    </a:moveTo>
                    <a:cubicBezTo>
                      <a:pt x="251" y="1"/>
                      <a:pt x="0" y="250"/>
                      <a:pt x="0" y="558"/>
                    </a:cubicBezTo>
                    <a:cubicBezTo>
                      <a:pt x="0" y="866"/>
                      <a:pt x="251" y="1117"/>
                      <a:pt x="559" y="1117"/>
                    </a:cubicBezTo>
                    <a:cubicBezTo>
                      <a:pt x="867" y="1117"/>
                      <a:pt x="1118" y="866"/>
                      <a:pt x="1118" y="558"/>
                    </a:cubicBezTo>
                    <a:cubicBezTo>
                      <a:pt x="1118" y="250"/>
                      <a:pt x="867" y="1"/>
                      <a:pt x="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1058;p55"/>
              <p:cNvSpPr/>
              <p:nvPr/>
            </p:nvSpPr>
            <p:spPr>
              <a:xfrm>
                <a:off x="972000" y="3153240"/>
                <a:ext cx="328320" cy="32832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19065" h="19065">
                    <a:moveTo>
                      <a:pt x="4506" y="2271"/>
                    </a:moveTo>
                    <a:cubicBezTo>
                      <a:pt x="5429" y="2271"/>
                      <a:pt x="6181" y="3023"/>
                      <a:pt x="6181" y="3947"/>
                    </a:cubicBezTo>
                    <a:cubicBezTo>
                      <a:pt x="6181" y="4872"/>
                      <a:pt x="5429" y="5622"/>
                      <a:pt x="4506" y="5622"/>
                    </a:cubicBezTo>
                    <a:cubicBezTo>
                      <a:pt x="3583" y="5622"/>
                      <a:pt x="2831" y="4872"/>
                      <a:pt x="2831" y="3947"/>
                    </a:cubicBezTo>
                    <a:cubicBezTo>
                      <a:pt x="2831" y="3023"/>
                      <a:pt x="3583" y="2271"/>
                      <a:pt x="4506" y="2271"/>
                    </a:cubicBezTo>
                    <a:close/>
                    <a:moveTo>
                      <a:pt x="5622" y="6740"/>
                    </a:moveTo>
                    <a:cubicBezTo>
                      <a:pt x="5932" y="6740"/>
                      <a:pt x="6181" y="6989"/>
                      <a:pt x="6181" y="7299"/>
                    </a:cubicBezTo>
                    <a:lnTo>
                      <a:pt x="6181" y="16234"/>
                    </a:lnTo>
                    <a:cubicBezTo>
                      <a:pt x="6181" y="16544"/>
                      <a:pt x="5932" y="16793"/>
                      <a:pt x="5622" y="16793"/>
                    </a:cubicBezTo>
                    <a:lnTo>
                      <a:pt x="3388" y="16793"/>
                    </a:lnTo>
                    <a:cubicBezTo>
                      <a:pt x="3080" y="16793"/>
                      <a:pt x="2831" y="16544"/>
                      <a:pt x="2831" y="16234"/>
                    </a:cubicBezTo>
                    <a:lnTo>
                      <a:pt x="2831" y="7299"/>
                    </a:lnTo>
                    <a:cubicBezTo>
                      <a:pt x="2831" y="6989"/>
                      <a:pt x="3080" y="6740"/>
                      <a:pt x="3388" y="6740"/>
                    </a:cubicBezTo>
                    <a:close/>
                    <a:moveTo>
                      <a:pt x="12596" y="6721"/>
                    </a:moveTo>
                    <a:cubicBezTo>
                      <a:pt x="12811" y="6721"/>
                      <a:pt x="13027" y="6739"/>
                      <a:pt x="13241" y="6774"/>
                    </a:cubicBezTo>
                    <a:cubicBezTo>
                      <a:pt x="15058" y="7069"/>
                      <a:pt x="16235" y="8557"/>
                      <a:pt x="16235" y="10223"/>
                    </a:cubicBezTo>
                    <a:lnTo>
                      <a:pt x="16235" y="16234"/>
                    </a:lnTo>
                    <a:cubicBezTo>
                      <a:pt x="16235" y="16544"/>
                      <a:pt x="15985" y="16793"/>
                      <a:pt x="15676" y="16793"/>
                    </a:cubicBezTo>
                    <a:lnTo>
                      <a:pt x="13441" y="16793"/>
                    </a:lnTo>
                    <a:cubicBezTo>
                      <a:pt x="13133" y="16793"/>
                      <a:pt x="12884" y="16544"/>
                      <a:pt x="12884" y="16234"/>
                    </a:cubicBezTo>
                    <a:lnTo>
                      <a:pt x="12884" y="11209"/>
                    </a:lnTo>
                    <a:cubicBezTo>
                      <a:pt x="12884" y="10593"/>
                      <a:pt x="12382" y="10091"/>
                      <a:pt x="11766" y="10091"/>
                    </a:cubicBezTo>
                    <a:cubicBezTo>
                      <a:pt x="11150" y="10091"/>
                      <a:pt x="10650" y="10593"/>
                      <a:pt x="10650" y="11209"/>
                    </a:cubicBezTo>
                    <a:lnTo>
                      <a:pt x="10650" y="16234"/>
                    </a:lnTo>
                    <a:cubicBezTo>
                      <a:pt x="10650" y="16544"/>
                      <a:pt x="10399" y="16793"/>
                      <a:pt x="10091" y="16793"/>
                    </a:cubicBezTo>
                    <a:lnTo>
                      <a:pt x="7857" y="16793"/>
                    </a:lnTo>
                    <a:cubicBezTo>
                      <a:pt x="7547" y="16793"/>
                      <a:pt x="7298" y="16544"/>
                      <a:pt x="7298" y="16234"/>
                    </a:cubicBezTo>
                    <a:lnTo>
                      <a:pt x="7298" y="7299"/>
                    </a:lnTo>
                    <a:cubicBezTo>
                      <a:pt x="7298" y="6989"/>
                      <a:pt x="7547" y="6740"/>
                      <a:pt x="7857" y="6740"/>
                    </a:cubicBezTo>
                    <a:lnTo>
                      <a:pt x="10091" y="6740"/>
                    </a:lnTo>
                    <a:cubicBezTo>
                      <a:pt x="10377" y="6740"/>
                      <a:pt x="10613" y="6956"/>
                      <a:pt x="10644" y="7234"/>
                    </a:cubicBezTo>
                    <a:cubicBezTo>
                      <a:pt x="11219" y="6901"/>
                      <a:pt x="11901" y="6721"/>
                      <a:pt x="12596" y="6721"/>
                    </a:cubicBezTo>
                    <a:close/>
                    <a:moveTo>
                      <a:pt x="2831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31" y="19065"/>
                    </a:cubicBezTo>
                    <a:lnTo>
                      <a:pt x="16235" y="19065"/>
                    </a:lnTo>
                    <a:cubicBezTo>
                      <a:pt x="17774" y="19065"/>
                      <a:pt x="19065" y="17775"/>
                      <a:pt x="19065" y="16234"/>
                    </a:cubicBezTo>
                    <a:lnTo>
                      <a:pt x="19065" y="2831"/>
                    </a:lnTo>
                    <a:cubicBezTo>
                      <a:pt x="19065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1059;p55"/>
              <p:cNvSpPr/>
              <p:nvPr/>
            </p:nvSpPr>
            <p:spPr>
              <a:xfrm>
                <a:off x="1117080" y="3288240"/>
                <a:ext cx="115200" cy="13464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34640"/>
                  <a:gd name="textAreaBottom" fmla="*/ 135000 h 134640"/>
                </a:gdLst>
                <a:ahLst/>
                <a:cxnLst/>
                <a:rect l="textAreaLeft" t="textAreaTop" r="textAreaRight" b="textAreaBottom"/>
                <a:pathLst>
                  <a:path w="6704" h="7837">
                    <a:moveTo>
                      <a:pt x="4182" y="0"/>
                    </a:moveTo>
                    <a:cubicBezTo>
                      <a:pt x="3474" y="0"/>
                      <a:pt x="2782" y="261"/>
                      <a:pt x="2332" y="711"/>
                    </a:cubicBezTo>
                    <a:cubicBezTo>
                      <a:pt x="2108" y="935"/>
                      <a:pt x="1938" y="1142"/>
                      <a:pt x="1686" y="1142"/>
                    </a:cubicBezTo>
                    <a:cubicBezTo>
                      <a:pt x="1618" y="1142"/>
                      <a:pt x="1544" y="1127"/>
                      <a:pt x="1462" y="1093"/>
                    </a:cubicBezTo>
                    <a:cubicBezTo>
                      <a:pt x="1253" y="1006"/>
                      <a:pt x="1117" y="803"/>
                      <a:pt x="1117" y="576"/>
                    </a:cubicBezTo>
                    <a:lnTo>
                      <a:pt x="1117" y="17"/>
                    </a:lnTo>
                    <a:lnTo>
                      <a:pt x="1" y="17"/>
                    </a:lnTo>
                    <a:lnTo>
                      <a:pt x="1" y="7836"/>
                    </a:lnTo>
                    <a:lnTo>
                      <a:pt x="1117" y="7836"/>
                    </a:lnTo>
                    <a:lnTo>
                      <a:pt x="1117" y="3370"/>
                    </a:lnTo>
                    <a:cubicBezTo>
                      <a:pt x="1117" y="2137"/>
                      <a:pt x="2120" y="1135"/>
                      <a:pt x="3351" y="1135"/>
                    </a:cubicBezTo>
                    <a:cubicBezTo>
                      <a:pt x="4584" y="1135"/>
                      <a:pt x="5585" y="2137"/>
                      <a:pt x="5585" y="3370"/>
                    </a:cubicBezTo>
                    <a:lnTo>
                      <a:pt x="5585" y="7836"/>
                    </a:lnTo>
                    <a:lnTo>
                      <a:pt x="6703" y="7836"/>
                    </a:lnTo>
                    <a:lnTo>
                      <a:pt x="6703" y="2384"/>
                    </a:lnTo>
                    <a:cubicBezTo>
                      <a:pt x="6703" y="1266"/>
                      <a:pt x="5932" y="245"/>
                      <a:pt x="4648" y="38"/>
                    </a:cubicBezTo>
                    <a:cubicBezTo>
                      <a:pt x="4493" y="13"/>
                      <a:pt x="4337" y="0"/>
                      <a:pt x="4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7320" bIns="67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5" name="Google Shape;1060;p55"/>
              <p:cNvSpPr/>
              <p:nvPr/>
            </p:nvSpPr>
            <p:spPr>
              <a:xfrm>
                <a:off x="1040040" y="3288600"/>
                <a:ext cx="19080" cy="134640"/>
              </a:xfrm>
              <a:custGeom>
                <a:avLst/>
                <a:gdLst>
                  <a:gd name="textAreaLeft" fmla="*/ 0 w 19080"/>
                  <a:gd name="textAreaRight" fmla="*/ 19440 w 19080"/>
                  <a:gd name="textAreaTop" fmla="*/ 0 h 134640"/>
                  <a:gd name="textAreaBottom" fmla="*/ 135000 h 134640"/>
                </a:gdLst>
                <a:ahLst/>
                <a:cxnLst/>
                <a:rect l="textAreaLeft" t="textAreaTop" r="textAreaRight" b="textAreaBottom"/>
                <a:pathLst>
                  <a:path w="1119" h="7820">
                    <a:moveTo>
                      <a:pt x="0" y="0"/>
                    </a:moveTo>
                    <a:lnTo>
                      <a:pt x="0" y="7819"/>
                    </a:lnTo>
                    <a:lnTo>
                      <a:pt x="1118" y="7819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7320" bIns="67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66" name="Google Shape;1061;p55"/>
          <p:cNvGrpSpPr/>
          <p:nvPr/>
        </p:nvGrpSpPr>
        <p:grpSpPr>
          <a:xfrm>
            <a:off x="1621080" y="3060720"/>
            <a:ext cx="709920" cy="513720"/>
            <a:chOff x="1621080" y="3060720"/>
            <a:chExt cx="709920" cy="513720"/>
          </a:xfrm>
        </p:grpSpPr>
        <p:sp>
          <p:nvSpPr>
            <p:cNvPr id="167" name="Google Shape;1062;p55"/>
            <p:cNvSpPr/>
            <p:nvPr/>
          </p:nvSpPr>
          <p:spPr>
            <a:xfrm>
              <a:off x="162108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68" name="Google Shape;1063;p55"/>
            <p:cNvGrpSpPr/>
            <p:nvPr/>
          </p:nvGrpSpPr>
          <p:grpSpPr>
            <a:xfrm>
              <a:off x="1811880" y="3153240"/>
              <a:ext cx="328320" cy="328320"/>
              <a:chOff x="1811880" y="3153240"/>
              <a:chExt cx="328320" cy="328320"/>
            </a:xfrm>
          </p:grpSpPr>
          <p:sp>
            <p:nvSpPr>
              <p:cNvPr id="169" name="Google Shape;1064;p55"/>
              <p:cNvSpPr/>
              <p:nvPr/>
            </p:nvSpPr>
            <p:spPr>
              <a:xfrm>
                <a:off x="1870200" y="3211560"/>
                <a:ext cx="211680" cy="211680"/>
              </a:xfrm>
              <a:custGeom>
                <a:avLst/>
                <a:gdLst>
                  <a:gd name="textAreaLeft" fmla="*/ 0 w 211680"/>
                  <a:gd name="textAreaRight" fmla="*/ 212040 w 211680"/>
                  <a:gd name="textAreaTop" fmla="*/ 0 h 211680"/>
                  <a:gd name="textAreaBottom" fmla="*/ 212040 h 211680"/>
                </a:gdLst>
                <a:ahLst/>
                <a:cxnLst/>
                <a:rect l="textAreaLeft" t="textAreaTop" r="textAreaRight" b="textAreaBottom"/>
                <a:pathLst>
                  <a:path w="12288" h="12287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0" name="Google Shape;1065;p55"/>
              <p:cNvSpPr/>
              <p:nvPr/>
            </p:nvSpPr>
            <p:spPr>
              <a:xfrm>
                <a:off x="1927800" y="3269520"/>
                <a:ext cx="96120" cy="96120"/>
              </a:xfrm>
              <a:custGeom>
                <a:avLst/>
                <a:gdLst>
                  <a:gd name="textAreaLeft" fmla="*/ 0 w 96120"/>
                  <a:gd name="textAreaRight" fmla="*/ 96480 w 96120"/>
                  <a:gd name="textAreaTop" fmla="*/ 0 h 96120"/>
                  <a:gd name="textAreaBottom" fmla="*/ 96480 h 96120"/>
                </a:gdLst>
                <a:ahLst/>
                <a:cxnLst/>
                <a:rect l="textAreaLeft" t="textAreaTop" r="textAreaRight" b="textAreaBottom"/>
                <a:pathLst>
                  <a:path w="5588" h="5585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8240" bIns="48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1" name="Google Shape;1066;p55"/>
              <p:cNvSpPr/>
              <p:nvPr/>
            </p:nvSpPr>
            <p:spPr>
              <a:xfrm>
                <a:off x="1811880" y="3153240"/>
                <a:ext cx="328320" cy="32832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19064" h="19065">
                    <a:moveTo>
                      <a:pt x="14000" y="2271"/>
                    </a:moveTo>
                    <a:cubicBezTo>
                      <a:pt x="15539" y="2271"/>
                      <a:pt x="16794" y="3524"/>
                      <a:pt x="16794" y="5065"/>
                    </a:cubicBezTo>
                    <a:lnTo>
                      <a:pt x="16794" y="14000"/>
                    </a:lnTo>
                    <a:cubicBezTo>
                      <a:pt x="16794" y="15541"/>
                      <a:pt x="15539" y="16793"/>
                      <a:pt x="14000" y="16793"/>
                    </a:cubicBezTo>
                    <a:lnTo>
                      <a:pt x="5063" y="16793"/>
                    </a:lnTo>
                    <a:cubicBezTo>
                      <a:pt x="3524" y="16793"/>
                      <a:pt x="2272" y="15541"/>
                      <a:pt x="2272" y="14000"/>
                    </a:cubicBezTo>
                    <a:lnTo>
                      <a:pt x="2272" y="5065"/>
                    </a:lnTo>
                    <a:cubicBezTo>
                      <a:pt x="2272" y="3524"/>
                      <a:pt x="3524" y="2271"/>
                      <a:pt x="5063" y="2271"/>
                    </a:cubicBezTo>
                    <a:close/>
                    <a:moveTo>
                      <a:pt x="2829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29" y="19065"/>
                    </a:cubicBezTo>
                    <a:lnTo>
                      <a:pt x="16235" y="19065"/>
                    </a:lnTo>
                    <a:cubicBezTo>
                      <a:pt x="17774" y="19065"/>
                      <a:pt x="19063" y="17775"/>
                      <a:pt x="19063" y="16234"/>
                    </a:cubicBezTo>
                    <a:lnTo>
                      <a:pt x="19063" y="2831"/>
                    </a:lnTo>
                    <a:cubicBezTo>
                      <a:pt x="19063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72" name="Google Shape;1067;p55"/>
          <p:cNvGrpSpPr/>
          <p:nvPr/>
        </p:nvGrpSpPr>
        <p:grpSpPr>
          <a:xfrm>
            <a:off x="3300480" y="3060720"/>
            <a:ext cx="709920" cy="513720"/>
            <a:chOff x="3300480" y="3060720"/>
            <a:chExt cx="709920" cy="513720"/>
          </a:xfrm>
        </p:grpSpPr>
        <p:sp>
          <p:nvSpPr>
            <p:cNvPr id="173" name="Google Shape;1068;p55"/>
            <p:cNvSpPr/>
            <p:nvPr/>
          </p:nvSpPr>
          <p:spPr>
            <a:xfrm>
              <a:off x="330048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1069;p55"/>
            <p:cNvSpPr/>
            <p:nvPr/>
          </p:nvSpPr>
          <p:spPr>
            <a:xfrm>
              <a:off x="3490920" y="3183120"/>
              <a:ext cx="329400" cy="268560"/>
            </a:xfrm>
            <a:custGeom>
              <a:avLst/>
              <a:gdLst>
                <a:gd name="textAreaLeft" fmla="*/ 0 w 329400"/>
                <a:gd name="textAreaRight" fmla="*/ 329760 w 329400"/>
                <a:gd name="textAreaTop" fmla="*/ 0 h 268560"/>
                <a:gd name="textAreaBottom" fmla="*/ 268920 h 268560"/>
              </a:gdLst>
              <a:ahLst/>
              <a:cxnLst/>
              <a:rect l="textAreaLeft" t="textAreaTop" r="textAreaRight" b="textAreaBottom"/>
              <a:pathLst>
                <a:path w="19122" h="15596">
                  <a:moveTo>
                    <a:pt x="12981" y="0"/>
                  </a:moveTo>
                  <a:cubicBezTo>
                    <a:pt x="12091" y="0"/>
                    <a:pt x="10821" y="352"/>
                    <a:pt x="9915" y="1352"/>
                  </a:cubicBezTo>
                  <a:cubicBezTo>
                    <a:pt x="9203" y="2141"/>
                    <a:pt x="8847" y="3174"/>
                    <a:pt x="8856" y="4430"/>
                  </a:cubicBezTo>
                  <a:cubicBezTo>
                    <a:pt x="6243" y="4110"/>
                    <a:pt x="4101" y="2933"/>
                    <a:pt x="2323" y="846"/>
                  </a:cubicBezTo>
                  <a:cubicBezTo>
                    <a:pt x="2216" y="723"/>
                    <a:pt x="2064" y="650"/>
                    <a:pt x="1902" y="650"/>
                  </a:cubicBezTo>
                  <a:cubicBezTo>
                    <a:pt x="1875" y="650"/>
                    <a:pt x="1848" y="652"/>
                    <a:pt x="1820" y="656"/>
                  </a:cubicBezTo>
                  <a:cubicBezTo>
                    <a:pt x="1631" y="683"/>
                    <a:pt x="1468" y="805"/>
                    <a:pt x="1391" y="977"/>
                  </a:cubicBezTo>
                  <a:cubicBezTo>
                    <a:pt x="695" y="2512"/>
                    <a:pt x="701" y="3895"/>
                    <a:pt x="1403" y="5113"/>
                  </a:cubicBezTo>
                  <a:cubicBezTo>
                    <a:pt x="1389" y="5111"/>
                    <a:pt x="1374" y="5111"/>
                    <a:pt x="1360" y="5111"/>
                  </a:cubicBezTo>
                  <a:cubicBezTo>
                    <a:pt x="1076" y="5111"/>
                    <a:pt x="803" y="5375"/>
                    <a:pt x="824" y="5707"/>
                  </a:cubicBezTo>
                  <a:cubicBezTo>
                    <a:pt x="916" y="7101"/>
                    <a:pt x="1428" y="8182"/>
                    <a:pt x="2351" y="8934"/>
                  </a:cubicBezTo>
                  <a:cubicBezTo>
                    <a:pt x="2176" y="9073"/>
                    <a:pt x="2102" y="9307"/>
                    <a:pt x="2164" y="9524"/>
                  </a:cubicBezTo>
                  <a:cubicBezTo>
                    <a:pt x="2456" y="10535"/>
                    <a:pt x="3310" y="11633"/>
                    <a:pt x="4615" y="12155"/>
                  </a:cubicBezTo>
                  <a:cubicBezTo>
                    <a:pt x="3657" y="12655"/>
                    <a:pt x="2516" y="12903"/>
                    <a:pt x="1345" y="12903"/>
                  </a:cubicBezTo>
                  <a:cubicBezTo>
                    <a:pt x="1111" y="12903"/>
                    <a:pt x="876" y="12893"/>
                    <a:pt x="641" y="12873"/>
                  </a:cubicBezTo>
                  <a:cubicBezTo>
                    <a:pt x="628" y="12872"/>
                    <a:pt x="615" y="12872"/>
                    <a:pt x="603" y="12872"/>
                  </a:cubicBezTo>
                  <a:cubicBezTo>
                    <a:pt x="362" y="12872"/>
                    <a:pt x="155" y="13031"/>
                    <a:pt x="78" y="13266"/>
                  </a:cubicBezTo>
                  <a:cubicBezTo>
                    <a:pt x="0" y="13512"/>
                    <a:pt x="113" y="13788"/>
                    <a:pt x="334" y="13922"/>
                  </a:cubicBezTo>
                  <a:cubicBezTo>
                    <a:pt x="1162" y="14423"/>
                    <a:pt x="3243" y="15596"/>
                    <a:pt x="6294" y="15596"/>
                  </a:cubicBezTo>
                  <a:cubicBezTo>
                    <a:pt x="14568" y="15596"/>
                    <a:pt x="17244" y="8279"/>
                    <a:pt x="17244" y="4736"/>
                  </a:cubicBezTo>
                  <a:cubicBezTo>
                    <a:pt x="17241" y="4515"/>
                    <a:pt x="17243" y="4541"/>
                    <a:pt x="17230" y="4426"/>
                  </a:cubicBezTo>
                  <a:cubicBezTo>
                    <a:pt x="17250" y="4403"/>
                    <a:pt x="17326" y="4347"/>
                    <a:pt x="17386" y="4301"/>
                  </a:cubicBezTo>
                  <a:cubicBezTo>
                    <a:pt x="17696" y="4067"/>
                    <a:pt x="18237" y="3680"/>
                    <a:pt x="18983" y="2590"/>
                  </a:cubicBezTo>
                  <a:cubicBezTo>
                    <a:pt x="19121" y="2386"/>
                    <a:pt x="19111" y="2118"/>
                    <a:pt x="18957" y="1925"/>
                  </a:cubicBezTo>
                  <a:cubicBezTo>
                    <a:pt x="18840" y="1779"/>
                    <a:pt x="18708" y="1722"/>
                    <a:pt x="18558" y="1722"/>
                  </a:cubicBezTo>
                  <a:cubicBezTo>
                    <a:pt x="18451" y="1722"/>
                    <a:pt x="18336" y="1751"/>
                    <a:pt x="18212" y="1799"/>
                  </a:cubicBezTo>
                  <a:cubicBezTo>
                    <a:pt x="18352" y="1553"/>
                    <a:pt x="18467" y="1291"/>
                    <a:pt x="18559" y="1014"/>
                  </a:cubicBezTo>
                  <a:cubicBezTo>
                    <a:pt x="18631" y="800"/>
                    <a:pt x="18553" y="614"/>
                    <a:pt x="18382" y="465"/>
                  </a:cubicBezTo>
                  <a:cubicBezTo>
                    <a:pt x="18282" y="379"/>
                    <a:pt x="18151" y="335"/>
                    <a:pt x="18020" y="335"/>
                  </a:cubicBezTo>
                  <a:cubicBezTo>
                    <a:pt x="17928" y="335"/>
                    <a:pt x="17837" y="356"/>
                    <a:pt x="17754" y="398"/>
                  </a:cubicBezTo>
                  <a:cubicBezTo>
                    <a:pt x="16848" y="856"/>
                    <a:pt x="16172" y="1054"/>
                    <a:pt x="15873" y="1113"/>
                  </a:cubicBezTo>
                  <a:cubicBezTo>
                    <a:pt x="15090" y="395"/>
                    <a:pt x="14251" y="0"/>
                    <a:pt x="129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5" name="Google Shape;1070;p55"/>
          <p:cNvGrpSpPr/>
          <p:nvPr/>
        </p:nvGrpSpPr>
        <p:grpSpPr>
          <a:xfrm>
            <a:off x="5405400" y="1044360"/>
            <a:ext cx="3282840" cy="3290760"/>
            <a:chOff x="5405400" y="1044360"/>
            <a:chExt cx="3282840" cy="3290760"/>
          </a:xfrm>
        </p:grpSpPr>
        <p:sp>
          <p:nvSpPr>
            <p:cNvPr id="176" name="Google Shape;1071;p55"/>
            <p:cNvSpPr/>
            <p:nvPr/>
          </p:nvSpPr>
          <p:spPr>
            <a:xfrm rot="18900000">
              <a:off x="7797600" y="137952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1072;p55"/>
            <p:cNvSpPr/>
            <p:nvPr/>
          </p:nvSpPr>
          <p:spPr>
            <a:xfrm rot="18900000">
              <a:off x="5299920" y="388512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2026-04-30T07:39:19Z</dcterms:created>
  <dc:creator>Unknown Creator</dc:creator>
  <dc:description/>
  <dc:language>en-US</dc:language>
  <cp:lastModifiedBy>Unknown Creator</cp:lastModifiedBy>
  <dcterms:modified xsi:type="dcterms:W3CDTF">2026-04-30T07:39:19Z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