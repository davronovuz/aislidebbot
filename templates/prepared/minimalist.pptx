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14" Type="http://schemas.openxmlformats.org/officeDocument/2006/relationships/slide" Target="slides/slide12.xml"/><Relationship Id="rId1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 descr=""/>
          <p:cNvPicPr/>
          <p:nvPr/>
        </p:nvPicPr>
        <p:blipFill>
          <a:blip r:embed="rId2"/>
          <a:srcRect l="0" t="0" r="47009" b="0"/>
          <a:stretch/>
        </p:blipFill>
        <p:spPr>
          <a:xfrm>
            <a:off x="8553600" y="3535560"/>
            <a:ext cx="590040" cy="111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Google Shape;10;p2" descr=""/>
          <p:cNvPicPr/>
          <p:nvPr/>
        </p:nvPicPr>
        <p:blipFill>
          <a:blip r:embed="rId3">
            <a:alphaModFix amt="78000"/>
          </a:blip>
          <a:srcRect l="40136" t="40776" r="9564" b="11193"/>
          <a:stretch/>
        </p:blipFill>
        <p:spPr>
          <a:xfrm>
            <a:off x="0" y="0"/>
            <a:ext cx="1447200" cy="138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90200" y="1202040"/>
            <a:ext cx="4528440" cy="324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7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Google Shape;13;p2" descr=""/>
          <p:cNvPicPr/>
          <p:nvPr/>
        </p:nvPicPr>
        <p:blipFill>
          <a:blip r:embed="rId4"/>
          <a:srcRect l="0" t="21403" r="10828" b="0"/>
          <a:stretch/>
        </p:blipFill>
        <p:spPr>
          <a:xfrm>
            <a:off x="6498360" y="0"/>
            <a:ext cx="2645280" cy="231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" name="Google Shape;102;p17" descr=""/>
          <p:cNvPicPr/>
          <p:nvPr/>
        </p:nvPicPr>
        <p:blipFill>
          <a:blip r:embed="rId2"/>
          <a:srcRect l="0" t="0" r="0" b="41239"/>
          <a:stretch/>
        </p:blipFill>
        <p:spPr>
          <a:xfrm>
            <a:off x="5766120" y="4639320"/>
            <a:ext cx="854640" cy="50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103;p17" descr=""/>
          <p:cNvPicPr/>
          <p:nvPr/>
        </p:nvPicPr>
        <p:blipFill>
          <a:blip r:embed="rId3"/>
          <a:srcRect l="0" t="7082" r="48984" b="0"/>
          <a:stretch/>
        </p:blipFill>
        <p:spPr>
          <a:xfrm>
            <a:off x="7674120" y="0"/>
            <a:ext cx="1469520" cy="268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oogle Shape;104;p17" descr=""/>
          <p:cNvPicPr/>
          <p:nvPr/>
        </p:nvPicPr>
        <p:blipFill>
          <a:blip r:embed="rId4"/>
          <a:srcRect l="450" t="-9630" r="24385" b="29565"/>
          <a:stretch/>
        </p:blipFill>
        <p:spPr>
          <a:xfrm>
            <a:off x="7359480" y="3556440"/>
            <a:ext cx="1784160" cy="162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Google Shape;105;p17" descr=""/>
          <p:cNvPicPr/>
          <p:nvPr/>
        </p:nvPicPr>
        <p:blipFill>
          <a:blip r:embed="rId5"/>
          <a:stretch/>
        </p:blipFill>
        <p:spPr>
          <a:xfrm>
            <a:off x="7603200" y="3828600"/>
            <a:ext cx="599400" cy="59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07;p18" descr=""/>
          <p:cNvPicPr/>
          <p:nvPr/>
        </p:nvPicPr>
        <p:blipFill>
          <a:blip r:embed="rId2"/>
          <a:srcRect l="0" t="0" r="41626" b="33443"/>
          <a:stretch/>
        </p:blipFill>
        <p:spPr>
          <a:xfrm>
            <a:off x="7462080" y="3219480"/>
            <a:ext cx="1681560" cy="192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Google Shape;108;p18" descr=""/>
          <p:cNvPicPr/>
          <p:nvPr/>
        </p:nvPicPr>
        <p:blipFill>
          <a:blip r:embed="rId3"/>
          <a:srcRect l="0" t="37746" r="0" b="0"/>
          <a:stretch/>
        </p:blipFill>
        <p:spPr>
          <a:xfrm>
            <a:off x="8060760" y="0"/>
            <a:ext cx="854640" cy="53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176720" y="1093680"/>
            <a:ext cx="3519360" cy="16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13160" y="533880"/>
            <a:ext cx="2909520" cy="407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Google Shape;112;p18" descr=""/>
          <p:cNvPicPr/>
          <p:nvPr/>
        </p:nvPicPr>
        <p:blipFill>
          <a:blip r:embed="rId4"/>
          <a:stretch/>
        </p:blipFill>
        <p:spPr>
          <a:xfrm>
            <a:off x="3203280" y="4285800"/>
            <a:ext cx="854640" cy="8571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254040" y="2813040"/>
            <a:ext cx="5067360" cy="179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3330360" y="1361520"/>
            <a:ext cx="16516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8000" strike="noStrike" u="none">
                <a:solidFill>
                  <a:schemeClr val="dk2"/>
                </a:solidFill>
                <a:effectLst/>
                <a:uFillTx/>
                <a:latin typeface="Prata"/>
                <a:ea typeface="Prata"/>
              </a:rPr>
              <a:t>xx%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0" name="Google Shape;197;p27" descr=""/>
          <p:cNvPicPr/>
          <p:nvPr/>
        </p:nvPicPr>
        <p:blipFill>
          <a:blip r:embed="rId2"/>
          <a:srcRect l="0" t="0" r="31713" b="38228"/>
          <a:stretch/>
        </p:blipFill>
        <p:spPr>
          <a:xfrm>
            <a:off x="7491960" y="3644280"/>
            <a:ext cx="1651680" cy="149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Google Shape;198;p27" descr=""/>
          <p:cNvPicPr/>
          <p:nvPr/>
        </p:nvPicPr>
        <p:blipFill>
          <a:blip r:embed="rId3"/>
          <a:srcRect l="0" t="31705" r="17351" b="0"/>
          <a:stretch/>
        </p:blipFill>
        <p:spPr>
          <a:xfrm>
            <a:off x="6340320" y="0"/>
            <a:ext cx="2803320" cy="198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Google Shape;199;p27" descr=""/>
          <p:cNvPicPr/>
          <p:nvPr/>
        </p:nvPicPr>
        <p:blipFill>
          <a:blip r:embed="rId4"/>
          <a:stretch/>
        </p:blipFill>
        <p:spPr>
          <a:xfrm>
            <a:off x="7163640" y="1182960"/>
            <a:ext cx="916560" cy="96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Google Shape;200;p27" descr=""/>
          <p:cNvPicPr/>
          <p:nvPr/>
        </p:nvPicPr>
        <p:blipFill>
          <a:blip r:embed="rId5"/>
          <a:srcRect l="0" t="0" r="25595" b="0"/>
          <a:stretch/>
        </p:blipFill>
        <p:spPr>
          <a:xfrm>
            <a:off x="8498880" y="1441440"/>
            <a:ext cx="644760" cy="86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204;p28"/>
          <p:cNvSpPr/>
          <p:nvPr/>
        </p:nvSpPr>
        <p:spPr>
          <a:xfrm>
            <a:off x="4122000" y="3454920"/>
            <a:ext cx="43081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/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7" name="Google Shape;205;p28" descr=""/>
          <p:cNvPicPr/>
          <p:nvPr/>
        </p:nvPicPr>
        <p:blipFill>
          <a:blip r:embed="rId4"/>
          <a:stretch/>
        </p:blipFill>
        <p:spPr>
          <a:xfrm>
            <a:off x="6615360" y="-51480"/>
            <a:ext cx="2535840" cy="252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Google Shape;206;p28" descr=""/>
          <p:cNvPicPr/>
          <p:nvPr/>
        </p:nvPicPr>
        <p:blipFill>
          <a:blip r:embed="rId5"/>
          <a:stretch/>
        </p:blipFill>
        <p:spPr>
          <a:xfrm>
            <a:off x="428760" y="4273920"/>
            <a:ext cx="825120" cy="86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207;p28" descr=""/>
          <p:cNvPicPr/>
          <p:nvPr/>
        </p:nvPicPr>
        <p:blipFill>
          <a:blip r:embed="rId6"/>
          <a:stretch/>
        </p:blipFill>
        <p:spPr>
          <a:xfrm>
            <a:off x="8035200" y="2476080"/>
            <a:ext cx="949680" cy="952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40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Google Shape;217;p31" descr=""/>
          <p:cNvPicPr/>
          <p:nvPr/>
        </p:nvPicPr>
        <p:blipFill>
          <a:blip r:embed="rId2"/>
          <a:srcRect l="56089" t="65361" r="7174" b="7647"/>
          <a:stretch/>
        </p:blipFill>
        <p:spPr>
          <a:xfrm>
            <a:off x="8115120" y="-18360"/>
            <a:ext cx="581760" cy="40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Google Shape;218;p31" descr=""/>
          <p:cNvPicPr/>
          <p:nvPr/>
        </p:nvPicPr>
        <p:blipFill>
          <a:blip r:embed="rId3"/>
          <a:srcRect l="55473" t="47779" r="20240" b="16036"/>
          <a:stretch/>
        </p:blipFill>
        <p:spPr>
          <a:xfrm>
            <a:off x="8561880" y="4328280"/>
            <a:ext cx="581760" cy="82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219;p31" descr=""/>
          <p:cNvPicPr/>
          <p:nvPr/>
        </p:nvPicPr>
        <p:blipFill>
          <a:blip r:embed="rId4"/>
          <a:srcRect l="76173" t="50191" r="7174" b="7647"/>
          <a:stretch/>
        </p:blipFill>
        <p:spPr>
          <a:xfrm>
            <a:off x="0" y="3562560"/>
            <a:ext cx="521640" cy="1252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90560" y="1200240"/>
            <a:ext cx="4524120" cy="32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000" strike="noStrike" u="none">
                <a:solidFill>
                  <a:schemeClr val="dk1"/>
                </a:solidFill>
                <a:effectLst/>
                <a:uFillTx/>
                <a:latin typeface="Prata"/>
                <a:ea typeface="Prata"/>
              </a:rPr>
              <a:t>{{TITLE}}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5810400" y="3610080"/>
            <a:ext cx="2542680" cy="81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{{SUBTITLE}}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14240" y="-412200"/>
            <a:ext cx="4447800" cy="201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chemeClr val="dk1"/>
                </a:solidFill>
                <a:effectLst/>
                <a:uFillTx/>
                <a:latin typeface="Prata"/>
                <a:ea typeface="Prata"/>
              </a:rPr>
              <a:t>{{CONCLUSION_TITLE}}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714240" y="1619280"/>
            <a:ext cx="444780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/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4" name="Google Shape;634;p67"/>
          <p:cNvGrpSpPr/>
          <p:nvPr/>
        </p:nvGrpSpPr>
        <p:grpSpPr>
          <a:xfrm>
            <a:off x="876600" y="2965680"/>
            <a:ext cx="275760" cy="275760"/>
            <a:chOff x="876600" y="2965680"/>
            <a:chExt cx="275760" cy="275760"/>
          </a:xfrm>
        </p:grpSpPr>
        <p:sp>
          <p:nvSpPr>
            <p:cNvPr id="65" name="Google Shape;635;p67"/>
            <p:cNvSpPr/>
            <p:nvPr/>
          </p:nvSpPr>
          <p:spPr>
            <a:xfrm>
              <a:off x="876600" y="2965680"/>
              <a:ext cx="275760" cy="27576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275760"/>
                <a:gd name="textAreaBottom" fmla="*/ 276120 h 2757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636;p67"/>
            <p:cNvSpPr/>
            <p:nvPr/>
          </p:nvSpPr>
          <p:spPr>
            <a:xfrm>
              <a:off x="940680" y="3031200"/>
              <a:ext cx="146880" cy="14400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0" bIns="72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637;p67"/>
            <p:cNvSpPr/>
            <p:nvPr/>
          </p:nvSpPr>
          <p:spPr>
            <a:xfrm>
              <a:off x="1070280" y="3001320"/>
              <a:ext cx="37440" cy="370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8" name="Google Shape;638;p67"/>
          <p:cNvGrpSpPr/>
          <p:nvPr/>
        </p:nvGrpSpPr>
        <p:grpSpPr>
          <a:xfrm>
            <a:off x="1590120" y="2984400"/>
            <a:ext cx="266400" cy="238320"/>
            <a:chOff x="1590120" y="2984400"/>
            <a:chExt cx="266400" cy="238320"/>
          </a:xfrm>
        </p:grpSpPr>
        <p:sp>
          <p:nvSpPr>
            <p:cNvPr id="69" name="Google Shape;639;p67"/>
            <p:cNvSpPr/>
            <p:nvPr/>
          </p:nvSpPr>
          <p:spPr>
            <a:xfrm>
              <a:off x="1599480" y="3068640"/>
              <a:ext cx="60840" cy="1540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640;p67"/>
            <p:cNvSpPr/>
            <p:nvPr/>
          </p:nvSpPr>
          <p:spPr>
            <a:xfrm>
              <a:off x="1590120" y="2984400"/>
              <a:ext cx="70200" cy="702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641;p67"/>
            <p:cNvSpPr/>
            <p:nvPr/>
          </p:nvSpPr>
          <p:spPr>
            <a:xfrm>
              <a:off x="1692720" y="3068640"/>
              <a:ext cx="163800" cy="15408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2" name="Google Shape;642;p67"/>
          <p:cNvSpPr/>
          <p:nvPr/>
        </p:nvSpPr>
        <p:spPr>
          <a:xfrm>
            <a:off x="4276800" y="4343400"/>
            <a:ext cx="41526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643480" bIns="-264348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voice Theme for SME by Slidesgo">
  <a:themeElements>
    <a:clrScheme name="Simple Light">
      <a:dk1>
        <a:srgbClr val="000000"/>
      </a:dk1>
      <a:lt1>
        <a:srgbClr val="ffffff"/>
      </a:lt1>
      <a:dk2>
        <a:srgbClr val="a1a8c0"/>
      </a:dk2>
      <a:lt2>
        <a:srgbClr val="e1e5e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2026-04-30T07:33:01Z</dcterms:created>
  <dc:creator>Unknown Creator</dc:creator>
  <dc:description/>
  <dc:language>en-US</dc:language>
  <cp:lastModifiedBy>Unknown Creator</cp:lastModifiedBy>
  <dcterms:modified xsi:type="dcterms:W3CDTF">2026-04-30T07:33:01Z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