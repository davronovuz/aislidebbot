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14" Type="http://schemas.openxmlformats.org/officeDocument/2006/relationships/slide" Target="slides/slide12.xml"/><Relationship Id="rId1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536040" y="536040"/>
            <a:ext cx="8071560" cy="407232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14960" y="1150920"/>
            <a:ext cx="5407920" cy="14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4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261480" y="2160000"/>
            <a:ext cx="2194200" cy="21942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2;p14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714960" y="1757880"/>
            <a:ext cx="3492360" cy="259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432400" y="1326240"/>
            <a:ext cx="2268000" cy="22680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720000" y="380520"/>
            <a:ext cx="7703640" cy="4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7;p15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0000" y="3805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2;p21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430000" y="534960"/>
            <a:ext cx="4283640" cy="9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125;p21"/>
          <p:cNvSpPr/>
          <p:nvPr/>
        </p:nvSpPr>
        <p:spPr>
          <a:xfrm>
            <a:off x="2324880" y="3560760"/>
            <a:ext cx="44935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15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/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Google Shape;126;p21"/>
          <p:cNvSpPr/>
          <p:nvPr/>
        </p:nvSpPr>
        <p:spPr>
          <a:xfrm>
            <a:off x="7722000" y="3593160"/>
            <a:ext cx="885600" cy="885600"/>
          </a:xfrm>
          <a:prstGeom prst="star12">
            <a:avLst>
              <a:gd name="adj" fmla="val 33864"/>
            </a:avLst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22;p4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0000" y="380520"/>
            <a:ext cx="7703640" cy="4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3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49;p28"/>
          <p:cNvSpPr/>
          <p:nvPr/>
        </p:nvSpPr>
        <p:spPr>
          <a:xfrm>
            <a:off x="6257880" y="790560"/>
            <a:ext cx="2190240" cy="21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095120" bIns="109512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14240" y="1152360"/>
            <a:ext cx="5409720" cy="13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chemeClr val="dk1"/>
                </a:solidFill>
                <a:effectLst/>
                <a:uFillTx/>
                <a:latin typeface="Prosto One"/>
                <a:ea typeface="Prosto One"/>
              </a:rPr>
              <a:t>{{TITLE}}</a:t>
            </a:r>
            <a:endParaRPr b="0" lang="fr-FR" sz="4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2038320" y="2476440"/>
            <a:ext cx="4086000" cy="42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{{SUBTITLE}}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152;p28"/>
          <p:cNvSpPr/>
          <p:nvPr/>
        </p:nvSpPr>
        <p:spPr>
          <a:xfrm>
            <a:off x="6781680" y="1257480"/>
            <a:ext cx="1152000" cy="11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576000" bIns="57600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153;p28"/>
          <p:cNvSpPr/>
          <p:nvPr/>
        </p:nvSpPr>
        <p:spPr>
          <a:xfrm>
            <a:off x="6261480" y="2160000"/>
            <a:ext cx="2194200" cy="21942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24" name="Google Shape;154;p28"/>
          <p:cNvCxnSpPr/>
          <p:nvPr/>
        </p:nvCxnSpPr>
        <p:spPr>
          <a:xfrm>
            <a:off x="6122880" y="536040"/>
            <a:ext cx="360" cy="407268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428920" y="-48960"/>
            <a:ext cx="4285800" cy="21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500" strike="noStrike" u="none">
                <a:solidFill>
                  <a:schemeClr val="dk1"/>
                </a:solidFill>
                <a:effectLst/>
                <a:uFillTx/>
                <a:latin typeface="Prosto One"/>
                <a:ea typeface="Prosto One"/>
              </a:rPr>
              <a:t>{{CONCLUSION_TITLE}}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2428920" y="2257200"/>
            <a:ext cx="4295520" cy="11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/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Google Shape;385;p42"/>
          <p:cNvSpPr/>
          <p:nvPr/>
        </p:nvSpPr>
        <p:spPr>
          <a:xfrm>
            <a:off x="2666880" y="4352760"/>
            <a:ext cx="38192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3218400" bIns="-32184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85" name="Google Shape;386;p42"/>
          <p:cNvGrpSpPr/>
          <p:nvPr/>
        </p:nvGrpSpPr>
        <p:grpSpPr>
          <a:xfrm>
            <a:off x="2971800" y="1761120"/>
            <a:ext cx="345600" cy="345240"/>
            <a:chOff x="2971800" y="1761120"/>
            <a:chExt cx="345600" cy="345240"/>
          </a:xfrm>
        </p:grpSpPr>
        <p:sp>
          <p:nvSpPr>
            <p:cNvPr id="86" name="Google Shape;387;p42"/>
            <p:cNvSpPr/>
            <p:nvPr/>
          </p:nvSpPr>
          <p:spPr>
            <a:xfrm>
              <a:off x="2971800" y="17611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388;p42"/>
            <p:cNvSpPr/>
            <p:nvPr/>
          </p:nvSpPr>
          <p:spPr>
            <a:xfrm>
              <a:off x="3036600" y="1826280"/>
              <a:ext cx="214920" cy="21492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389;p42"/>
            <p:cNvSpPr/>
            <p:nvPr/>
          </p:nvSpPr>
          <p:spPr>
            <a:xfrm>
              <a:off x="3086640" y="1877400"/>
              <a:ext cx="114480" cy="112320"/>
            </a:xfrm>
            <a:custGeom>
              <a:avLst/>
              <a:gdLst>
                <a:gd name="textAreaLeft" fmla="*/ 0 w 114480"/>
                <a:gd name="textAreaRight" fmla="*/ 114840 w 11448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390;p42"/>
            <p:cNvSpPr/>
            <p:nvPr/>
          </p:nvSpPr>
          <p:spPr>
            <a:xfrm>
              <a:off x="3187800" y="1854000"/>
              <a:ext cx="29160" cy="2880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0" name="Google Shape;391;p42"/>
          <p:cNvGrpSpPr/>
          <p:nvPr/>
        </p:nvGrpSpPr>
        <p:grpSpPr>
          <a:xfrm>
            <a:off x="3923280" y="1761120"/>
            <a:ext cx="345600" cy="345240"/>
            <a:chOff x="3923280" y="1761120"/>
            <a:chExt cx="345600" cy="345240"/>
          </a:xfrm>
        </p:grpSpPr>
        <p:sp>
          <p:nvSpPr>
            <p:cNvPr id="91" name="Google Shape;392;p42"/>
            <p:cNvSpPr/>
            <p:nvPr/>
          </p:nvSpPr>
          <p:spPr>
            <a:xfrm>
              <a:off x="3923280" y="17611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393;p42"/>
            <p:cNvSpPr/>
            <p:nvPr/>
          </p:nvSpPr>
          <p:spPr>
            <a:xfrm>
              <a:off x="4002840" y="1899360"/>
              <a:ext cx="47520" cy="12024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394;p42"/>
            <p:cNvSpPr/>
            <p:nvPr/>
          </p:nvSpPr>
          <p:spPr>
            <a:xfrm>
              <a:off x="3995640" y="18338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395;p42"/>
            <p:cNvSpPr/>
            <p:nvPr/>
          </p:nvSpPr>
          <p:spPr>
            <a:xfrm>
              <a:off x="4075560" y="1899360"/>
              <a:ext cx="127800" cy="12024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5" name="Google Shape;396;p42"/>
          <p:cNvGrpSpPr/>
          <p:nvPr/>
        </p:nvGrpSpPr>
        <p:grpSpPr>
          <a:xfrm>
            <a:off x="4874760" y="1761120"/>
            <a:ext cx="345600" cy="345240"/>
            <a:chOff x="4874760" y="1761120"/>
            <a:chExt cx="345600" cy="345240"/>
          </a:xfrm>
        </p:grpSpPr>
        <p:sp>
          <p:nvSpPr>
            <p:cNvPr id="96" name="Google Shape;397;p42"/>
            <p:cNvSpPr/>
            <p:nvPr/>
          </p:nvSpPr>
          <p:spPr>
            <a:xfrm>
              <a:off x="4874760" y="17611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1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398;p42"/>
            <p:cNvSpPr/>
            <p:nvPr/>
          </p:nvSpPr>
          <p:spPr>
            <a:xfrm>
              <a:off x="4944960" y="1848240"/>
              <a:ext cx="227160" cy="185400"/>
            </a:xfrm>
            <a:custGeom>
              <a:avLst/>
              <a:gdLst>
                <a:gd name="textAreaLeft" fmla="*/ 0 w 227160"/>
                <a:gd name="textAreaRight" fmla="*/ 227520 w 22716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7144" h="5835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8" name="Google Shape;399;p42"/>
          <p:cNvGrpSpPr/>
          <p:nvPr/>
        </p:nvGrpSpPr>
        <p:grpSpPr>
          <a:xfrm>
            <a:off x="5826240" y="1761120"/>
            <a:ext cx="345600" cy="345240"/>
            <a:chOff x="5826240" y="1761120"/>
            <a:chExt cx="345600" cy="345240"/>
          </a:xfrm>
        </p:grpSpPr>
        <p:grpSp>
          <p:nvGrpSpPr>
            <p:cNvPr id="99" name="Google Shape;400;p42"/>
            <p:cNvGrpSpPr/>
            <p:nvPr/>
          </p:nvGrpSpPr>
          <p:grpSpPr>
            <a:xfrm>
              <a:off x="5897160" y="1818000"/>
              <a:ext cx="203400" cy="231840"/>
              <a:chOff x="5897160" y="1818000"/>
              <a:chExt cx="203400" cy="231840"/>
            </a:xfrm>
          </p:grpSpPr>
          <p:sp>
            <p:nvSpPr>
              <p:cNvPr id="100" name="Google Shape;401;p42"/>
              <p:cNvSpPr/>
              <p:nvPr/>
            </p:nvSpPr>
            <p:spPr>
              <a:xfrm>
                <a:off x="5897160" y="1927080"/>
                <a:ext cx="118080" cy="122760"/>
              </a:xfrm>
              <a:custGeom>
                <a:avLst/>
                <a:gdLst>
                  <a:gd name="textAreaLeft" fmla="*/ 0 w 118080"/>
                  <a:gd name="textAreaRight" fmla="*/ 118440 w 118080"/>
                  <a:gd name="textAreaTop" fmla="*/ 0 h 122760"/>
                  <a:gd name="textAreaBottom" fmla="*/ 123120 h 122760"/>
                </a:gdLst>
                <a:ahLst/>
                <a:cxnLst/>
                <a:rect l="textAreaLeft" t="textAreaTop" r="textAreaRight" b="textAreaBottom"/>
                <a:pathLst>
                  <a:path w="106179" h="110289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402;p42"/>
              <p:cNvSpPr/>
              <p:nvPr/>
            </p:nvSpPr>
            <p:spPr>
              <a:xfrm>
                <a:off x="5933160" y="1818000"/>
                <a:ext cx="167400" cy="19548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95480"/>
                  <a:gd name="textAreaBottom" fmla="*/ 195840 h 195480"/>
                </a:gdLst>
                <a:ahLst/>
                <a:cxnLst/>
                <a:rect l="textAreaLeft" t="textAreaTop" r="textAreaRight" b="textAreaBottom"/>
                <a:pathLst>
                  <a:path w="150412" h="175609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02" name="Google Shape;403;p42"/>
            <p:cNvSpPr/>
            <p:nvPr/>
          </p:nvSpPr>
          <p:spPr>
            <a:xfrm>
              <a:off x="5826240" y="17611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03" name="Google Shape;404;p42"/>
          <p:cNvCxnSpPr/>
          <p:nvPr/>
        </p:nvCxnSpPr>
        <p:spPr>
          <a:xfrm>
            <a:off x="273600" y="1564200"/>
            <a:ext cx="85968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104" name="Google Shape;405;p42"/>
          <p:cNvCxnSpPr/>
          <p:nvPr/>
        </p:nvCxnSpPr>
        <p:spPr>
          <a:xfrm>
            <a:off x="1676160" y="1567080"/>
            <a:ext cx="360" cy="33015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105" name="Google Shape;406;p42"/>
          <p:cNvCxnSpPr/>
          <p:nvPr/>
        </p:nvCxnSpPr>
        <p:spPr>
          <a:xfrm>
            <a:off x="7252560" y="1567080"/>
            <a:ext cx="360" cy="33015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usiness Management by Slidesgo">
  <a:themeElements>
    <a:clrScheme name="Simple Light">
      <a:dk1>
        <a:srgbClr val="ffffff"/>
      </a:dk1>
      <a:lt1>
        <a:srgbClr val="363eae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2026-04-30T07:36:28Z</dcterms:created>
  <dc:creator>Unknown Creator</dc:creator>
  <dc:description/>
  <dc:language>en-US</dc:language>
  <cp:lastModifiedBy>Unknown Creator</cp:lastModifiedBy>
  <dcterms:modified xsi:type="dcterms:W3CDTF">2026-04-30T07:36:28Z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