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536040" y="536040"/>
            <a:ext cx="8071560" cy="407232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14960" y="1150920"/>
            <a:ext cx="5407920" cy="14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261480" y="2160000"/>
            <a:ext cx="2194200" cy="21942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2;p14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714960" y="1757880"/>
            <a:ext cx="3492360" cy="259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432400" y="1326240"/>
            <a:ext cx="2268000" cy="22680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720000" y="380520"/>
            <a:ext cx="7703640" cy="4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7;p15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0000" y="3805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2;p21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430000" y="534960"/>
            <a:ext cx="4283640" cy="9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125;p21"/>
          <p:cNvSpPr/>
          <p:nvPr/>
        </p:nvSpPr>
        <p:spPr>
          <a:xfrm>
            <a:off x="2324880" y="3560760"/>
            <a:ext cx="44935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15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CREDITS:</a:t>
            </a:r>
            <a:r>
              <a:rPr b="0" lang="en" sz="115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 This presentation template was created by </a:t>
            </a:r>
            <a:r>
              <a:rPr b="1" lang="en" sz="1150" strike="noStrike" u="sng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  <a:hlinkClick r:id="rId2"/>
              </a:rPr>
              <a:t>Slidesgo</a:t>
            </a:r>
            <a:r>
              <a:rPr b="0" lang="en" sz="115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, and includes icons, infographics &amp; images by </a:t>
            </a:r>
            <a:r>
              <a:rPr b="1" lang="en" sz="1150" strike="noStrike" u="sng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  <a:hlinkClick r:id="rId3"/>
              </a:rPr>
              <a:t>Freepik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Google Shape;126;p21"/>
          <p:cNvSpPr/>
          <p:nvPr/>
        </p:nvSpPr>
        <p:spPr>
          <a:xfrm>
            <a:off x="7722000" y="3593160"/>
            <a:ext cx="885600" cy="885600"/>
          </a:xfrm>
          <a:prstGeom prst="star12">
            <a:avLst>
              <a:gd name="adj" fmla="val 33864"/>
            </a:avLst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22;p4"/>
          <p:cNvSpPr/>
          <p:nvPr/>
        </p:nvSpPr>
        <p:spPr>
          <a:xfrm>
            <a:off x="273600" y="278640"/>
            <a:ext cx="8596080" cy="45856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0000" y="380520"/>
            <a:ext cx="7703640" cy="4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3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49;p28"/>
          <p:cNvSpPr/>
          <p:nvPr/>
        </p:nvSpPr>
        <p:spPr>
          <a:xfrm>
            <a:off x="6257880" y="790560"/>
            <a:ext cx="2190240" cy="21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095120" bIns="109512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14240" y="1152360"/>
            <a:ext cx="5409720" cy="13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chemeClr val="dk1"/>
                </a:solidFill>
                <a:effectLst/>
                <a:uFillTx/>
                <a:latin typeface="Prosto One"/>
                <a:ea typeface="Prosto One"/>
              </a:rPr>
              <a:t>Multipurpose Tool</a:t>
            </a:r>
            <a:endParaRPr b="0" lang="fr-FR" sz="4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2038320" y="2476440"/>
            <a:ext cx="4086000" cy="42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Versatile solutions for varied use cases and audiences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152;p28"/>
          <p:cNvSpPr/>
          <p:nvPr/>
        </p:nvSpPr>
        <p:spPr>
          <a:xfrm>
            <a:off x="6781680" y="1257480"/>
            <a:ext cx="1152000" cy="11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576000" bIns="57600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153;p28"/>
          <p:cNvSpPr/>
          <p:nvPr/>
        </p:nvSpPr>
        <p:spPr>
          <a:xfrm>
            <a:off x="6261480" y="2160000"/>
            <a:ext cx="2194200" cy="219420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24" name="Google Shape;154;p28"/>
          <p:cNvCxnSpPr/>
          <p:nvPr/>
        </p:nvCxnSpPr>
        <p:spPr>
          <a:xfrm>
            <a:off x="6122880" y="536040"/>
            <a:ext cx="360" cy="407268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/>
          </p:nvPr>
        </p:nvSpPr>
        <p:spPr>
          <a:xfrm>
            <a:off x="714240" y="1762200"/>
            <a:ext cx="3495240" cy="259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Multipurpose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 platform that adapts to needs across teams and projects.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Offers a unified framework for customization, reuse, and rapid deployment. Focus on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flexibility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 and efficient integration.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723960" y="380880"/>
            <a:ext cx="7705440" cy="48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Prosto One"/>
                <a:ea typeface="Prosto One"/>
              </a:rPr>
              <a:t>Introduction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198;p32"/>
          <p:cNvSpPr/>
          <p:nvPr/>
        </p:nvSpPr>
        <p:spPr>
          <a:xfrm>
            <a:off x="2344680" y="4453200"/>
            <a:ext cx="263520" cy="263520"/>
          </a:xfrm>
          <a:custGeom>
            <a:avLst/>
            <a:gdLst>
              <a:gd name="textAreaLeft" fmla="*/ 0 w 263520"/>
              <a:gd name="textAreaRight" fmla="*/ 263880 w 2635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3319" h="3319">
                <a:moveTo>
                  <a:pt x="1648" y="0"/>
                </a:moveTo>
                <a:cubicBezTo>
                  <a:pt x="1578" y="1290"/>
                  <a:pt x="1290" y="1509"/>
                  <a:pt x="0" y="1555"/>
                </a:cubicBezTo>
                <a:lnTo>
                  <a:pt x="0" y="1579"/>
                </a:lnTo>
                <a:cubicBezTo>
                  <a:pt x="1290" y="1648"/>
                  <a:pt x="1578" y="1970"/>
                  <a:pt x="1648" y="3318"/>
                </a:cubicBezTo>
                <a:lnTo>
                  <a:pt x="1671" y="3318"/>
                </a:lnTo>
                <a:cubicBezTo>
                  <a:pt x="1728" y="1970"/>
                  <a:pt x="2028" y="1648"/>
                  <a:pt x="3318" y="1579"/>
                </a:cubicBezTo>
                <a:lnTo>
                  <a:pt x="3318" y="1555"/>
                </a:lnTo>
                <a:cubicBezTo>
                  <a:pt x="2028" y="1521"/>
                  <a:pt x="1740" y="1302"/>
                  <a:pt x="1671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8" name="Google Shape;199;p32"/>
          <p:cNvGrpSpPr/>
          <p:nvPr/>
        </p:nvGrpSpPr>
        <p:grpSpPr>
          <a:xfrm>
            <a:off x="5432400" y="2275920"/>
            <a:ext cx="2268000" cy="2268360"/>
            <a:chOff x="5432400" y="2275920"/>
            <a:chExt cx="2268000" cy="2268360"/>
          </a:xfrm>
        </p:grpSpPr>
        <p:sp>
          <p:nvSpPr>
            <p:cNvPr id="29" name="Google Shape;200;p32"/>
            <p:cNvSpPr/>
            <p:nvPr/>
          </p:nvSpPr>
          <p:spPr>
            <a:xfrm>
              <a:off x="6123600" y="3231000"/>
              <a:ext cx="885600" cy="885600"/>
            </a:xfrm>
            <a:prstGeom prst="star12">
              <a:avLst>
                <a:gd name="adj" fmla="val 33864"/>
              </a:avLst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201;p32"/>
            <p:cNvSpPr/>
            <p:nvPr/>
          </p:nvSpPr>
          <p:spPr>
            <a:xfrm>
              <a:off x="5432400" y="2275920"/>
              <a:ext cx="2268000" cy="22683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1" name="Google Shape;202;p32" title="smiley-colleagues-office-meeting.jpg"/>
          <p:cNvSpPr/>
          <p:nvPr/>
        </p:nvSpPr>
        <p:spPr>
          <a:xfrm>
            <a:off x="5432400" y="1326240"/>
            <a:ext cx="2268000" cy="226800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5048280" y="762120"/>
            <a:ext cx="22856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"/>
          <p:cNvSpPr/>
          <p:nvPr/>
        </p:nvSpPr>
        <p:spPr>
          <a:xfrm>
            <a:off x="5048280" y="1428840"/>
            <a:ext cx="323820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rosto One"/>
              </a:rPr>
              <a:t>Core Features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image69f3067d36150" descr="image69f3067d36156"/>
          <p:cNvSpPr/>
          <p:nvPr/>
        </p:nvSpPr>
        <p:spPr>
          <a:xfrm>
            <a:off x="685800" y="514440"/>
            <a:ext cx="3200040" cy="411444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ubTitle"/>
          </p:nvPr>
        </p:nvSpPr>
        <p:spPr>
          <a:xfrm>
            <a:off x="723960" y="1209600"/>
            <a:ext cx="4866840" cy="340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Build with interchangeable components to match project scope.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Modules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 enable faster iteration and targeted functionality, reducing duplication and easing maintenance. Emphasizes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reusability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723960" y="38088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Prosto One"/>
                <a:ea typeface="Prosto One"/>
              </a:rPr>
              <a:t>Modular Design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7" name="Google Shape;209;p33"/>
          <p:cNvGrpSpPr/>
          <p:nvPr/>
        </p:nvGrpSpPr>
        <p:grpSpPr>
          <a:xfrm>
            <a:off x="5840640" y="3166200"/>
            <a:ext cx="2855520" cy="1442160"/>
            <a:chOff x="5840640" y="3166200"/>
            <a:chExt cx="2855520" cy="1442160"/>
          </a:xfrm>
        </p:grpSpPr>
        <p:sp>
          <p:nvSpPr>
            <p:cNvPr id="38" name="Google Shape;210;p33"/>
            <p:cNvSpPr/>
            <p:nvPr/>
          </p:nvSpPr>
          <p:spPr>
            <a:xfrm>
              <a:off x="5840640" y="3722760"/>
              <a:ext cx="885600" cy="885600"/>
            </a:xfrm>
            <a:prstGeom prst="star12">
              <a:avLst>
                <a:gd name="adj" fmla="val 33864"/>
              </a:avLst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9" name="Google Shape;211;p33"/>
            <p:cNvGrpSpPr/>
            <p:nvPr/>
          </p:nvGrpSpPr>
          <p:grpSpPr>
            <a:xfrm>
              <a:off x="6118560" y="3300120"/>
              <a:ext cx="2577240" cy="242640"/>
              <a:chOff x="6118560" y="3300120"/>
              <a:chExt cx="2577240" cy="242640"/>
            </a:xfrm>
          </p:grpSpPr>
          <p:sp>
            <p:nvSpPr>
              <p:cNvPr id="40" name="Google Shape;212;p33"/>
              <p:cNvSpPr/>
              <p:nvPr/>
            </p:nvSpPr>
            <p:spPr>
              <a:xfrm>
                <a:off x="6118560" y="330012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18"/>
                      <a:pt x="2916" y="2743"/>
                      <a:pt x="8215" y="3722"/>
                    </a:cubicBezTo>
                    <a:cubicBezTo>
                      <a:pt x="13469" y="4701"/>
                      <a:pt x="20463" y="5231"/>
                      <a:pt x="27894" y="5231"/>
                    </a:cubicBezTo>
                    <a:cubicBezTo>
                      <a:pt x="35325" y="5231"/>
                      <a:pt x="42307" y="4701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49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49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840" bIns="69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" name="Google Shape;213;p33"/>
              <p:cNvSpPr/>
              <p:nvPr/>
            </p:nvSpPr>
            <p:spPr>
              <a:xfrm>
                <a:off x="6118560" y="340344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30"/>
                      <a:pt x="2916" y="2743"/>
                      <a:pt x="8215" y="3722"/>
                    </a:cubicBezTo>
                    <a:cubicBezTo>
                      <a:pt x="13469" y="4702"/>
                      <a:pt x="20463" y="5232"/>
                      <a:pt x="27894" y="5232"/>
                    </a:cubicBezTo>
                    <a:cubicBezTo>
                      <a:pt x="35325" y="5232"/>
                      <a:pt x="42307" y="4702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61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61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840" bIns="69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" name="Google Shape;214;p33"/>
            <p:cNvGrpSpPr/>
            <p:nvPr/>
          </p:nvGrpSpPr>
          <p:grpSpPr>
            <a:xfrm>
              <a:off x="6118920" y="3166200"/>
              <a:ext cx="2577240" cy="242640"/>
              <a:chOff x="6118920" y="3166200"/>
              <a:chExt cx="2577240" cy="242640"/>
            </a:xfrm>
          </p:grpSpPr>
          <p:sp>
            <p:nvSpPr>
              <p:cNvPr id="43" name="Google Shape;215;p33"/>
              <p:cNvSpPr/>
              <p:nvPr/>
            </p:nvSpPr>
            <p:spPr>
              <a:xfrm rot="10800000">
                <a:off x="6118920" y="326952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18"/>
                      <a:pt x="2916" y="2743"/>
                      <a:pt x="8215" y="3722"/>
                    </a:cubicBezTo>
                    <a:cubicBezTo>
                      <a:pt x="13469" y="4701"/>
                      <a:pt x="20463" y="5231"/>
                      <a:pt x="27894" y="5231"/>
                    </a:cubicBezTo>
                    <a:cubicBezTo>
                      <a:pt x="35325" y="5231"/>
                      <a:pt x="42307" y="4701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49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49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840" bIns="69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" name="Google Shape;216;p33"/>
              <p:cNvSpPr/>
              <p:nvPr/>
            </p:nvSpPr>
            <p:spPr>
              <a:xfrm rot="10800000">
                <a:off x="6118920" y="316620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30"/>
                      <a:pt x="2916" y="2743"/>
                      <a:pt x="8215" y="3722"/>
                    </a:cubicBezTo>
                    <a:cubicBezTo>
                      <a:pt x="13469" y="4702"/>
                      <a:pt x="20463" y="5232"/>
                      <a:pt x="27894" y="5232"/>
                    </a:cubicBezTo>
                    <a:cubicBezTo>
                      <a:pt x="35325" y="5232"/>
                      <a:pt x="42307" y="4702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61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61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840" bIns="69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857160" y="762120"/>
            <a:ext cx="7429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Prosto One"/>
              </a:rPr>
              <a:t>Scalability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"/>
          <p:cNvSpPr/>
          <p:nvPr/>
        </p:nvSpPr>
        <p:spPr>
          <a:xfrm>
            <a:off x="857160" y="1905120"/>
            <a:ext cx="742932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Scale horizontally or vertically as demand grows.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Design supports incremental growth, performance optimization, and predictable cost management. Use autoscaling and monitoring for reliability.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5048280" y="762120"/>
            <a:ext cx="32382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Prosto One"/>
              </a:rPr>
              <a:t>Customizability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"/>
          <p:cNvSpPr/>
          <p:nvPr/>
        </p:nvSpPr>
        <p:spPr>
          <a:xfrm>
            <a:off x="5048280" y="1905120"/>
            <a:ext cx="323820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Adjustable settings and plug-ins for diverse workflows.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Customizable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 UI and feature sets let teams enable only needed capabilities, improving focus and adoption.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image69f3067d3f7ff" descr="image69f3067d3f803"/>
          <p:cNvSpPr/>
          <p:nvPr/>
        </p:nvSpPr>
        <p:spPr>
          <a:xfrm>
            <a:off x="685800" y="514440"/>
            <a:ext cx="3200040" cy="411444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857160" y="762120"/>
            <a:ext cx="190476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"/>
          <p:cNvSpPr/>
          <p:nvPr/>
        </p:nvSpPr>
        <p:spPr>
          <a:xfrm>
            <a:off x="857160" y="1428840"/>
            <a:ext cx="323820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rosto One"/>
              </a:rPr>
              <a:t>Use Scenarios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image69f3067d48996" descr="image69f3067d4899a"/>
          <p:cNvSpPr/>
          <p:nvPr/>
        </p:nvSpPr>
        <p:spPr>
          <a:xfrm>
            <a:off x="5257800" y="514440"/>
            <a:ext cx="3200040" cy="411444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723960" y="1209600"/>
            <a:ext cx="4866840" cy="340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Centralized management, role-based access, and integration with existing systems.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Supports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SLA-driven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 operations and scalable deployments for large teams.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title"/>
          </p:nvPr>
        </p:nvSpPr>
        <p:spPr>
          <a:xfrm>
            <a:off x="723960" y="38088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Prosto One"/>
                <a:ea typeface="Prosto One"/>
              </a:rPr>
              <a:t>Enterprise Solutions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5" name="Google Shape;209;p33"/>
          <p:cNvGrpSpPr/>
          <p:nvPr/>
        </p:nvGrpSpPr>
        <p:grpSpPr>
          <a:xfrm>
            <a:off x="5840640" y="3166200"/>
            <a:ext cx="2855520" cy="1442160"/>
            <a:chOff x="5840640" y="3166200"/>
            <a:chExt cx="2855520" cy="1442160"/>
          </a:xfrm>
        </p:grpSpPr>
        <p:sp>
          <p:nvSpPr>
            <p:cNvPr id="56" name="Google Shape;210;p33"/>
            <p:cNvSpPr/>
            <p:nvPr/>
          </p:nvSpPr>
          <p:spPr>
            <a:xfrm>
              <a:off x="5840640" y="3722760"/>
              <a:ext cx="885600" cy="885600"/>
            </a:xfrm>
            <a:prstGeom prst="star12">
              <a:avLst>
                <a:gd name="adj" fmla="val 33864"/>
              </a:avLst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7" name="Google Shape;211;p33"/>
            <p:cNvGrpSpPr/>
            <p:nvPr/>
          </p:nvGrpSpPr>
          <p:grpSpPr>
            <a:xfrm>
              <a:off x="6118560" y="3300120"/>
              <a:ext cx="2577240" cy="242640"/>
              <a:chOff x="6118560" y="3300120"/>
              <a:chExt cx="2577240" cy="242640"/>
            </a:xfrm>
          </p:grpSpPr>
          <p:sp>
            <p:nvSpPr>
              <p:cNvPr id="58" name="Google Shape;212;p33"/>
              <p:cNvSpPr/>
              <p:nvPr/>
            </p:nvSpPr>
            <p:spPr>
              <a:xfrm>
                <a:off x="6118560" y="330012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18"/>
                      <a:pt x="2916" y="2743"/>
                      <a:pt x="8215" y="3722"/>
                    </a:cubicBezTo>
                    <a:cubicBezTo>
                      <a:pt x="13469" y="4701"/>
                      <a:pt x="20463" y="5231"/>
                      <a:pt x="27894" y="5231"/>
                    </a:cubicBezTo>
                    <a:cubicBezTo>
                      <a:pt x="35325" y="5231"/>
                      <a:pt x="42307" y="4701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49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49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840" bIns="69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" name="Google Shape;213;p33"/>
              <p:cNvSpPr/>
              <p:nvPr/>
            </p:nvSpPr>
            <p:spPr>
              <a:xfrm>
                <a:off x="6118560" y="340344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30"/>
                      <a:pt x="2916" y="2743"/>
                      <a:pt x="8215" y="3722"/>
                    </a:cubicBezTo>
                    <a:cubicBezTo>
                      <a:pt x="13469" y="4702"/>
                      <a:pt x="20463" y="5232"/>
                      <a:pt x="27894" y="5232"/>
                    </a:cubicBezTo>
                    <a:cubicBezTo>
                      <a:pt x="35325" y="5232"/>
                      <a:pt x="42307" y="4702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61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61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840" bIns="69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0" name="Google Shape;214;p33"/>
            <p:cNvGrpSpPr/>
            <p:nvPr/>
          </p:nvGrpSpPr>
          <p:grpSpPr>
            <a:xfrm>
              <a:off x="6118920" y="3166200"/>
              <a:ext cx="2577240" cy="242640"/>
              <a:chOff x="6118920" y="3166200"/>
              <a:chExt cx="2577240" cy="242640"/>
            </a:xfrm>
          </p:grpSpPr>
          <p:sp>
            <p:nvSpPr>
              <p:cNvPr id="61" name="Google Shape;215;p33"/>
              <p:cNvSpPr/>
              <p:nvPr/>
            </p:nvSpPr>
            <p:spPr>
              <a:xfrm rot="10800000">
                <a:off x="6118920" y="326952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18"/>
                      <a:pt x="2916" y="2743"/>
                      <a:pt x="8215" y="3722"/>
                    </a:cubicBezTo>
                    <a:cubicBezTo>
                      <a:pt x="13469" y="4701"/>
                      <a:pt x="20463" y="5231"/>
                      <a:pt x="27894" y="5231"/>
                    </a:cubicBezTo>
                    <a:cubicBezTo>
                      <a:pt x="35325" y="5231"/>
                      <a:pt x="42307" y="4701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49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49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840" bIns="69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" name="Google Shape;216;p33"/>
              <p:cNvSpPr/>
              <p:nvPr/>
            </p:nvSpPr>
            <p:spPr>
              <a:xfrm rot="10800000">
                <a:off x="6118920" y="316620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30"/>
                      <a:pt x="2916" y="2743"/>
                      <a:pt x="8215" y="3722"/>
                    </a:cubicBezTo>
                    <a:cubicBezTo>
                      <a:pt x="13469" y="4702"/>
                      <a:pt x="20463" y="5232"/>
                      <a:pt x="27894" y="5232"/>
                    </a:cubicBezTo>
                    <a:cubicBezTo>
                      <a:pt x="35325" y="5232"/>
                      <a:pt x="42307" y="4702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61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61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840" bIns="69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/>
          </p:nvPr>
        </p:nvSpPr>
        <p:spPr>
          <a:xfrm>
            <a:off x="714240" y="1762200"/>
            <a:ext cx="3495240" cy="259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Lightweight setup for classrooms and remote learning.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Offers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templates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, assessment modules, and analytics to track progress.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title"/>
          </p:nvPr>
        </p:nvSpPr>
        <p:spPr>
          <a:xfrm>
            <a:off x="723960" y="380880"/>
            <a:ext cx="7705440" cy="48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Prosto One"/>
                <a:ea typeface="Prosto One"/>
              </a:rPr>
              <a:t>Educational Tools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198;p32"/>
          <p:cNvSpPr/>
          <p:nvPr/>
        </p:nvSpPr>
        <p:spPr>
          <a:xfrm>
            <a:off x="2344680" y="4453200"/>
            <a:ext cx="263520" cy="263520"/>
          </a:xfrm>
          <a:custGeom>
            <a:avLst/>
            <a:gdLst>
              <a:gd name="textAreaLeft" fmla="*/ 0 w 263520"/>
              <a:gd name="textAreaRight" fmla="*/ 263880 w 2635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3319" h="3319">
                <a:moveTo>
                  <a:pt x="1648" y="0"/>
                </a:moveTo>
                <a:cubicBezTo>
                  <a:pt x="1578" y="1290"/>
                  <a:pt x="1290" y="1509"/>
                  <a:pt x="0" y="1555"/>
                </a:cubicBezTo>
                <a:lnTo>
                  <a:pt x="0" y="1579"/>
                </a:lnTo>
                <a:cubicBezTo>
                  <a:pt x="1290" y="1648"/>
                  <a:pt x="1578" y="1970"/>
                  <a:pt x="1648" y="3318"/>
                </a:cubicBezTo>
                <a:lnTo>
                  <a:pt x="1671" y="3318"/>
                </a:lnTo>
                <a:cubicBezTo>
                  <a:pt x="1728" y="1970"/>
                  <a:pt x="2028" y="1648"/>
                  <a:pt x="3318" y="1579"/>
                </a:cubicBezTo>
                <a:lnTo>
                  <a:pt x="3318" y="1555"/>
                </a:lnTo>
                <a:cubicBezTo>
                  <a:pt x="2028" y="1521"/>
                  <a:pt x="1740" y="1302"/>
                  <a:pt x="1671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6" name="Google Shape;199;p32"/>
          <p:cNvGrpSpPr/>
          <p:nvPr/>
        </p:nvGrpSpPr>
        <p:grpSpPr>
          <a:xfrm>
            <a:off x="5432400" y="2275920"/>
            <a:ext cx="2268000" cy="2268360"/>
            <a:chOff x="5432400" y="2275920"/>
            <a:chExt cx="2268000" cy="2268360"/>
          </a:xfrm>
        </p:grpSpPr>
        <p:sp>
          <p:nvSpPr>
            <p:cNvPr id="67" name="Google Shape;200;p32"/>
            <p:cNvSpPr/>
            <p:nvPr/>
          </p:nvSpPr>
          <p:spPr>
            <a:xfrm>
              <a:off x="6123600" y="3231000"/>
              <a:ext cx="885600" cy="885600"/>
            </a:xfrm>
            <a:prstGeom prst="star12">
              <a:avLst>
                <a:gd name="adj" fmla="val 33864"/>
              </a:avLst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201;p32"/>
            <p:cNvSpPr/>
            <p:nvPr/>
          </p:nvSpPr>
          <p:spPr>
            <a:xfrm>
              <a:off x="5432400" y="2275920"/>
              <a:ext cx="2268000" cy="2268360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9" name="Google Shape;202;p32" title="smiley-colleagues-office-meeting.jpg"/>
          <p:cNvSpPr/>
          <p:nvPr/>
        </p:nvSpPr>
        <p:spPr>
          <a:xfrm>
            <a:off x="5432400" y="1326240"/>
            <a:ext cx="2268000" cy="226800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857160" y="762120"/>
            <a:ext cx="74293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Prosto One"/>
              </a:rPr>
              <a:t>Personal Projects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"/>
          <p:cNvSpPr/>
          <p:nvPr/>
        </p:nvSpPr>
        <p:spPr>
          <a:xfrm>
            <a:off x="857160" y="1905120"/>
            <a:ext cx="742932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Quick start templates and simple configuration for solo creators.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Emphasizes speed, minimal overhead, and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easy sharing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</a:rPr>
              <a:t>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ubTitle"/>
          </p:nvPr>
        </p:nvSpPr>
        <p:spPr>
          <a:xfrm>
            <a:off x="723960" y="1209600"/>
            <a:ext cx="4866840" cy="340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Adaptable platform that fits multiple contexts with focused features.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Prioritize modular choices, scalable architecture, and user-centric customization for best results.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title"/>
          </p:nvPr>
        </p:nvSpPr>
        <p:spPr>
          <a:xfrm>
            <a:off x="723960" y="38088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Prosto One"/>
                <a:ea typeface="Prosto One"/>
              </a:rPr>
              <a:t>Conclusions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Google Shape;209;p33"/>
          <p:cNvGrpSpPr/>
          <p:nvPr/>
        </p:nvGrpSpPr>
        <p:grpSpPr>
          <a:xfrm>
            <a:off x="5840640" y="3166200"/>
            <a:ext cx="2855520" cy="1442160"/>
            <a:chOff x="5840640" y="3166200"/>
            <a:chExt cx="2855520" cy="1442160"/>
          </a:xfrm>
        </p:grpSpPr>
        <p:sp>
          <p:nvSpPr>
            <p:cNvPr id="75" name="Google Shape;210;p33"/>
            <p:cNvSpPr/>
            <p:nvPr/>
          </p:nvSpPr>
          <p:spPr>
            <a:xfrm>
              <a:off x="5840640" y="3722760"/>
              <a:ext cx="885600" cy="885600"/>
            </a:xfrm>
            <a:prstGeom prst="star12">
              <a:avLst>
                <a:gd name="adj" fmla="val 33864"/>
              </a:avLst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6" name="Google Shape;211;p33"/>
            <p:cNvGrpSpPr/>
            <p:nvPr/>
          </p:nvGrpSpPr>
          <p:grpSpPr>
            <a:xfrm>
              <a:off x="6118560" y="3300120"/>
              <a:ext cx="2577240" cy="242640"/>
              <a:chOff x="6118560" y="3300120"/>
              <a:chExt cx="2577240" cy="242640"/>
            </a:xfrm>
          </p:grpSpPr>
          <p:sp>
            <p:nvSpPr>
              <p:cNvPr id="77" name="Google Shape;212;p33"/>
              <p:cNvSpPr/>
              <p:nvPr/>
            </p:nvSpPr>
            <p:spPr>
              <a:xfrm>
                <a:off x="6118560" y="330012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18"/>
                      <a:pt x="2916" y="2743"/>
                      <a:pt x="8215" y="3722"/>
                    </a:cubicBezTo>
                    <a:cubicBezTo>
                      <a:pt x="13469" y="4701"/>
                      <a:pt x="20463" y="5231"/>
                      <a:pt x="27894" y="5231"/>
                    </a:cubicBezTo>
                    <a:cubicBezTo>
                      <a:pt x="35325" y="5231"/>
                      <a:pt x="42307" y="4701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49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49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840" bIns="69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" name="Google Shape;213;p33"/>
              <p:cNvSpPr/>
              <p:nvPr/>
            </p:nvSpPr>
            <p:spPr>
              <a:xfrm>
                <a:off x="6118560" y="340344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30"/>
                      <a:pt x="2916" y="2743"/>
                      <a:pt x="8215" y="3722"/>
                    </a:cubicBezTo>
                    <a:cubicBezTo>
                      <a:pt x="13469" y="4702"/>
                      <a:pt x="20463" y="5232"/>
                      <a:pt x="27894" y="5232"/>
                    </a:cubicBezTo>
                    <a:cubicBezTo>
                      <a:pt x="35325" y="5232"/>
                      <a:pt x="42307" y="4702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61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61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840" bIns="69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9" name="Google Shape;214;p33"/>
            <p:cNvGrpSpPr/>
            <p:nvPr/>
          </p:nvGrpSpPr>
          <p:grpSpPr>
            <a:xfrm>
              <a:off x="6118920" y="3166200"/>
              <a:ext cx="2577240" cy="242640"/>
              <a:chOff x="6118920" y="3166200"/>
              <a:chExt cx="2577240" cy="242640"/>
            </a:xfrm>
          </p:grpSpPr>
          <p:sp>
            <p:nvSpPr>
              <p:cNvPr id="80" name="Google Shape;215;p33"/>
              <p:cNvSpPr/>
              <p:nvPr/>
            </p:nvSpPr>
            <p:spPr>
              <a:xfrm rot="10800000">
                <a:off x="6118920" y="326952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18"/>
                      <a:pt x="2916" y="2743"/>
                      <a:pt x="8215" y="3722"/>
                    </a:cubicBezTo>
                    <a:cubicBezTo>
                      <a:pt x="13469" y="4701"/>
                      <a:pt x="20463" y="5231"/>
                      <a:pt x="27894" y="5231"/>
                    </a:cubicBezTo>
                    <a:cubicBezTo>
                      <a:pt x="35325" y="5231"/>
                      <a:pt x="42307" y="4701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49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49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840" bIns="69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" name="Google Shape;216;p33"/>
              <p:cNvSpPr/>
              <p:nvPr/>
            </p:nvSpPr>
            <p:spPr>
              <a:xfrm rot="10800000">
                <a:off x="6118920" y="3166200"/>
                <a:ext cx="2577240" cy="139320"/>
              </a:xfrm>
              <a:custGeom>
                <a:avLst/>
                <a:gdLst>
                  <a:gd name="textAreaLeft" fmla="*/ 0 w 2577240"/>
                  <a:gd name="textAreaRight" fmla="*/ 2577600 w 257724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55776" h="5232">
                    <a:moveTo>
                      <a:pt x="1" y="1"/>
                    </a:moveTo>
                    <a:cubicBezTo>
                      <a:pt x="1" y="1430"/>
                      <a:pt x="2916" y="2743"/>
                      <a:pt x="8215" y="3722"/>
                    </a:cubicBezTo>
                    <a:cubicBezTo>
                      <a:pt x="13469" y="4702"/>
                      <a:pt x="20463" y="5232"/>
                      <a:pt x="27894" y="5232"/>
                    </a:cubicBezTo>
                    <a:cubicBezTo>
                      <a:pt x="35325" y="5232"/>
                      <a:pt x="42307" y="4702"/>
                      <a:pt x="47561" y="3722"/>
                    </a:cubicBezTo>
                    <a:cubicBezTo>
                      <a:pt x="52860" y="2743"/>
                      <a:pt x="55775" y="1418"/>
                      <a:pt x="55775" y="1"/>
                    </a:cubicBezTo>
                    <a:lnTo>
                      <a:pt x="55603" y="1"/>
                    </a:lnTo>
                    <a:cubicBezTo>
                      <a:pt x="55603" y="1314"/>
                      <a:pt x="52665" y="2605"/>
                      <a:pt x="47538" y="3561"/>
                    </a:cubicBezTo>
                    <a:cubicBezTo>
                      <a:pt x="42284" y="4529"/>
                      <a:pt x="35314" y="5059"/>
                      <a:pt x="27894" y="5059"/>
                    </a:cubicBezTo>
                    <a:cubicBezTo>
                      <a:pt x="20474" y="5059"/>
                      <a:pt x="13492" y="4529"/>
                      <a:pt x="8250" y="3561"/>
                    </a:cubicBezTo>
                    <a:cubicBezTo>
                      <a:pt x="3111" y="2605"/>
                      <a:pt x="174" y="1314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840" bIns="69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428920" y="-48960"/>
            <a:ext cx="4285800" cy="21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500" strike="noStrike" u="none">
                <a:solidFill>
                  <a:schemeClr val="dk1"/>
                </a:solidFill>
                <a:effectLst/>
                <a:uFillTx/>
                <a:latin typeface="Prosto One"/>
                <a:ea typeface="Prosto One"/>
              </a:rPr>
              <a:t>Thanks!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2428920" y="2257200"/>
            <a:ext cx="4295520" cy="11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Do you have any questions?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youremail@freepik.com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+91  620 421 838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Didact Gothic"/>
                <a:ea typeface="Didact Gothic"/>
              </a:rPr>
              <a:t>yourwebsite.com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Google Shape;385;p42"/>
          <p:cNvSpPr/>
          <p:nvPr/>
        </p:nvSpPr>
        <p:spPr>
          <a:xfrm>
            <a:off x="2666880" y="4352760"/>
            <a:ext cx="38192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3218400" bIns="-32184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85" name="Google Shape;386;p42"/>
          <p:cNvGrpSpPr/>
          <p:nvPr/>
        </p:nvGrpSpPr>
        <p:grpSpPr>
          <a:xfrm>
            <a:off x="2971800" y="1761120"/>
            <a:ext cx="345600" cy="345240"/>
            <a:chOff x="2971800" y="1761120"/>
            <a:chExt cx="345600" cy="345240"/>
          </a:xfrm>
        </p:grpSpPr>
        <p:sp>
          <p:nvSpPr>
            <p:cNvPr id="86" name="Google Shape;387;p42"/>
            <p:cNvSpPr/>
            <p:nvPr/>
          </p:nvSpPr>
          <p:spPr>
            <a:xfrm>
              <a:off x="2971800" y="17611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388;p42"/>
            <p:cNvSpPr/>
            <p:nvPr/>
          </p:nvSpPr>
          <p:spPr>
            <a:xfrm>
              <a:off x="3036600" y="1826280"/>
              <a:ext cx="214920" cy="21492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389;p42"/>
            <p:cNvSpPr/>
            <p:nvPr/>
          </p:nvSpPr>
          <p:spPr>
            <a:xfrm>
              <a:off x="3086640" y="1877400"/>
              <a:ext cx="114480" cy="112320"/>
            </a:xfrm>
            <a:custGeom>
              <a:avLst/>
              <a:gdLst>
                <a:gd name="textAreaLeft" fmla="*/ 0 w 114480"/>
                <a:gd name="textAreaRight" fmla="*/ 114840 w 11448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390;p42"/>
            <p:cNvSpPr/>
            <p:nvPr/>
          </p:nvSpPr>
          <p:spPr>
            <a:xfrm>
              <a:off x="3187800" y="1854000"/>
              <a:ext cx="29160" cy="2880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0" name="Google Shape;391;p42"/>
          <p:cNvGrpSpPr/>
          <p:nvPr/>
        </p:nvGrpSpPr>
        <p:grpSpPr>
          <a:xfrm>
            <a:off x="3923280" y="1761120"/>
            <a:ext cx="345600" cy="345240"/>
            <a:chOff x="3923280" y="1761120"/>
            <a:chExt cx="345600" cy="345240"/>
          </a:xfrm>
        </p:grpSpPr>
        <p:sp>
          <p:nvSpPr>
            <p:cNvPr id="91" name="Google Shape;392;p42"/>
            <p:cNvSpPr/>
            <p:nvPr/>
          </p:nvSpPr>
          <p:spPr>
            <a:xfrm>
              <a:off x="3923280" y="17611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393;p42"/>
            <p:cNvSpPr/>
            <p:nvPr/>
          </p:nvSpPr>
          <p:spPr>
            <a:xfrm>
              <a:off x="4002840" y="1899360"/>
              <a:ext cx="47520" cy="12024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394;p42"/>
            <p:cNvSpPr/>
            <p:nvPr/>
          </p:nvSpPr>
          <p:spPr>
            <a:xfrm>
              <a:off x="3995640" y="18338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395;p42"/>
            <p:cNvSpPr/>
            <p:nvPr/>
          </p:nvSpPr>
          <p:spPr>
            <a:xfrm>
              <a:off x="4075560" y="1899360"/>
              <a:ext cx="127800" cy="12024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5" name="Google Shape;396;p42"/>
          <p:cNvGrpSpPr/>
          <p:nvPr/>
        </p:nvGrpSpPr>
        <p:grpSpPr>
          <a:xfrm>
            <a:off x="4874760" y="1761120"/>
            <a:ext cx="345600" cy="345240"/>
            <a:chOff x="4874760" y="1761120"/>
            <a:chExt cx="345600" cy="345240"/>
          </a:xfrm>
        </p:grpSpPr>
        <p:sp>
          <p:nvSpPr>
            <p:cNvPr id="96" name="Google Shape;397;p42"/>
            <p:cNvSpPr/>
            <p:nvPr/>
          </p:nvSpPr>
          <p:spPr>
            <a:xfrm>
              <a:off x="4874760" y="17611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1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398;p42"/>
            <p:cNvSpPr/>
            <p:nvPr/>
          </p:nvSpPr>
          <p:spPr>
            <a:xfrm>
              <a:off x="4944960" y="1848240"/>
              <a:ext cx="227160" cy="185400"/>
            </a:xfrm>
            <a:custGeom>
              <a:avLst/>
              <a:gdLst>
                <a:gd name="textAreaLeft" fmla="*/ 0 w 227160"/>
                <a:gd name="textAreaRight" fmla="*/ 227520 w 22716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7144" h="5835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8" name="Google Shape;399;p42"/>
          <p:cNvGrpSpPr/>
          <p:nvPr/>
        </p:nvGrpSpPr>
        <p:grpSpPr>
          <a:xfrm>
            <a:off x="5826240" y="1761120"/>
            <a:ext cx="345600" cy="345240"/>
            <a:chOff x="5826240" y="1761120"/>
            <a:chExt cx="345600" cy="345240"/>
          </a:xfrm>
        </p:grpSpPr>
        <p:grpSp>
          <p:nvGrpSpPr>
            <p:cNvPr id="99" name="Google Shape;400;p42"/>
            <p:cNvGrpSpPr/>
            <p:nvPr/>
          </p:nvGrpSpPr>
          <p:grpSpPr>
            <a:xfrm>
              <a:off x="5897160" y="1818000"/>
              <a:ext cx="203400" cy="231840"/>
              <a:chOff x="5897160" y="1818000"/>
              <a:chExt cx="203400" cy="231840"/>
            </a:xfrm>
          </p:grpSpPr>
          <p:sp>
            <p:nvSpPr>
              <p:cNvPr id="100" name="Google Shape;401;p42"/>
              <p:cNvSpPr/>
              <p:nvPr/>
            </p:nvSpPr>
            <p:spPr>
              <a:xfrm>
                <a:off x="5897160" y="1927080"/>
                <a:ext cx="118080" cy="122760"/>
              </a:xfrm>
              <a:custGeom>
                <a:avLst/>
                <a:gdLst>
                  <a:gd name="textAreaLeft" fmla="*/ 0 w 118080"/>
                  <a:gd name="textAreaRight" fmla="*/ 118440 w 118080"/>
                  <a:gd name="textAreaTop" fmla="*/ 0 h 122760"/>
                  <a:gd name="textAreaBottom" fmla="*/ 123120 h 122760"/>
                </a:gdLst>
                <a:ahLst/>
                <a:cxnLst/>
                <a:rect l="textAreaLeft" t="textAreaTop" r="textAreaRight" b="textAreaBottom"/>
                <a:pathLst>
                  <a:path w="106179" h="110289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402;p42"/>
              <p:cNvSpPr/>
              <p:nvPr/>
            </p:nvSpPr>
            <p:spPr>
              <a:xfrm>
                <a:off x="5933160" y="1818000"/>
                <a:ext cx="167400" cy="19548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95480"/>
                  <a:gd name="textAreaBottom" fmla="*/ 195840 h 195480"/>
                </a:gdLst>
                <a:ahLst/>
                <a:cxnLst/>
                <a:rect l="textAreaLeft" t="textAreaTop" r="textAreaRight" b="textAreaBottom"/>
                <a:pathLst>
                  <a:path w="150412" h="175609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02" name="Google Shape;403;p42"/>
            <p:cNvSpPr/>
            <p:nvPr/>
          </p:nvSpPr>
          <p:spPr>
            <a:xfrm>
              <a:off x="5826240" y="17611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03" name="Google Shape;404;p42"/>
          <p:cNvCxnSpPr/>
          <p:nvPr/>
        </p:nvCxnSpPr>
        <p:spPr>
          <a:xfrm>
            <a:off x="273600" y="1564200"/>
            <a:ext cx="85968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cxnSp>
        <p:nvCxnSpPr>
          <p:cNvPr id="104" name="Google Shape;405;p42"/>
          <p:cNvCxnSpPr/>
          <p:nvPr/>
        </p:nvCxnSpPr>
        <p:spPr>
          <a:xfrm>
            <a:off x="1676160" y="1567080"/>
            <a:ext cx="360" cy="33015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cxnSp>
        <p:nvCxnSpPr>
          <p:cNvPr id="105" name="Google Shape;406;p42"/>
          <p:cNvCxnSpPr/>
          <p:nvPr/>
        </p:nvCxnSpPr>
        <p:spPr>
          <a:xfrm>
            <a:off x="7252560" y="1567080"/>
            <a:ext cx="360" cy="33015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usiness Management by Slidesgo">
  <a:themeElements>
    <a:clrScheme name="Simple Light">
      <a:dk1>
        <a:srgbClr val="ffffff"/>
      </a:dk1>
      <a:lt1>
        <a:srgbClr val="363eae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2026-04-30T07:36:28Z</dcterms:created>
  <dc:creator>Unknown Creator</dc:creator>
  <dc:description/>
  <dc:language>en-US</dc:language>
  <cp:lastModifiedBy>Unknown Creator</cp:lastModifiedBy>
  <dcterms:modified xsi:type="dcterms:W3CDTF">2026-04-30T07:36:28Z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